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2DACDDD3-1EBB-B902-9B23-274A159AA5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2676293" cy="6878160"/>
          </a:xfrm>
          <a:prstGeom prst="rect">
            <a:avLst/>
          </a:prstGeom>
        </p:spPr>
      </p:pic>
      <p:pic>
        <p:nvPicPr>
          <p:cNvPr id="5" name="图片 4" descr="电脑屏幕截图&#10;&#10;AI 生成的内容可能不正确。">
            <a:extLst>
              <a:ext uri="{FF2B5EF4-FFF2-40B4-BE49-F238E27FC236}">
                <a16:creationId xmlns:a16="http://schemas.microsoft.com/office/drawing/2014/main" id="{B0A48A32-379D-F9ED-DCCF-658155A9A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688" y="48006"/>
            <a:ext cx="7961956" cy="3096638"/>
          </a:xfrm>
          <a:prstGeom prst="rect">
            <a:avLst/>
          </a:prstGeom>
        </p:spPr>
      </p:pic>
      <p:pic>
        <p:nvPicPr>
          <p:cNvPr id="7" name="图片 6" descr="卡通人物&#10;&#10;AI 生成的内容可能不正确。">
            <a:extLst>
              <a:ext uri="{FF2B5EF4-FFF2-40B4-BE49-F238E27FC236}">
                <a16:creationId xmlns:a16="http://schemas.microsoft.com/office/drawing/2014/main" id="{1E51FFC3-9114-49F2-D936-A2D4F47D6C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444" y="3781522"/>
            <a:ext cx="7990951" cy="309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标&#10;&#10;AI 生成的内容可能不正确。">
            <a:extLst>
              <a:ext uri="{FF2B5EF4-FFF2-40B4-BE49-F238E27FC236}">
                <a16:creationId xmlns:a16="http://schemas.microsoft.com/office/drawing/2014/main" id="{736FE775-833B-C91D-47F5-46061BC02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731699" cy="3429176"/>
          </a:xfrm>
          <a:prstGeom prst="rect">
            <a:avLst/>
          </a:prstGeom>
        </p:spPr>
      </p:pic>
      <p:pic>
        <p:nvPicPr>
          <p:cNvPr id="5" name="图片 4" descr="文字图案&#10;&#10;AI 生成的内容可能不正确。">
            <a:extLst>
              <a:ext uri="{FF2B5EF4-FFF2-40B4-BE49-F238E27FC236}">
                <a16:creationId xmlns:a16="http://schemas.microsoft.com/office/drawing/2014/main" id="{0153BF92-A485-2CFC-4725-B652B675A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126" y="3433224"/>
            <a:ext cx="5990787" cy="342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9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5</cp:revision>
  <dcterms:created xsi:type="dcterms:W3CDTF">2026-02-01T10:06:19Z</dcterms:created>
  <dcterms:modified xsi:type="dcterms:W3CDTF">2026-02-01T10:13:02Z</dcterms:modified>
</cp:coreProperties>
</file>