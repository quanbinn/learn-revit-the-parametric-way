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368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示&#10;&#10;AI 生成的内容可能不正确。">
            <a:extLst>
              <a:ext uri="{FF2B5EF4-FFF2-40B4-BE49-F238E27FC236}">
                <a16:creationId xmlns:a16="http://schemas.microsoft.com/office/drawing/2014/main" id="{7F6EAEBC-DE99-F9D3-4D72-3BA7BBD4D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29247" cy="3981655"/>
          </a:xfrm>
          <a:prstGeom prst="rect">
            <a:avLst/>
          </a:prstGeom>
        </p:spPr>
      </p:pic>
      <p:pic>
        <p:nvPicPr>
          <p:cNvPr id="5" name="图片 4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629A0269-5287-C668-BC5B-34409D7F8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086" y="95120"/>
            <a:ext cx="5645440" cy="3581584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30359A27-C7A3-FDA2-AC67-D991C7380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550" y="3981656"/>
            <a:ext cx="8798450" cy="29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D59DC1FB-774C-3BC5-9688-07872457D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499301" cy="292162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38470DE3-E56D-9FBC-1AA8-8ED6C15DF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98" y="3145098"/>
            <a:ext cx="4207957" cy="3712902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256A048-66ED-A7C3-903B-5598921305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859" y="4527698"/>
            <a:ext cx="7999142" cy="233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047323CD-B412-8488-D021-9F930AE07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87035" cy="2311519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9656ED63-239F-E6E0-E11D-71CBAD78A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77" y="2643824"/>
            <a:ext cx="4274635" cy="4157200"/>
          </a:xfrm>
          <a:prstGeom prst="rect">
            <a:avLst/>
          </a:prstGeom>
        </p:spPr>
      </p:pic>
      <p:pic>
        <p:nvPicPr>
          <p:cNvPr id="7" name="图片 6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714361C3-ABAD-88F6-6902-79FA48442C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927" y="2542478"/>
            <a:ext cx="4747074" cy="431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72D2-A92E-FE5D-AE65-5E38B2AF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AB26C371-0CCE-F37E-D7BC-D9B3B0CEE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27232" cy="4629035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369D8426-CDC5-2A88-CB67-0C2626508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771" y="85552"/>
            <a:ext cx="6973229" cy="2086619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856D4C7B-B620-785F-0D79-C0596C2CEA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043" y="4629035"/>
            <a:ext cx="7480684" cy="23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6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A65C-98AC-9400-2CC2-7F0C71C3B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29557BCE-22A6-9329-CF93-58C31DB0C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27395" cy="3896024"/>
          </a:xfrm>
          <a:prstGeom prst="rect">
            <a:avLst/>
          </a:prstGeom>
        </p:spPr>
      </p:pic>
      <p:pic>
        <p:nvPicPr>
          <p:cNvPr id="5" name="图片 4" descr="图片包含 形状&#10;&#10;AI 生成的内容可能不正确。">
            <a:extLst>
              <a:ext uri="{FF2B5EF4-FFF2-40B4-BE49-F238E27FC236}">
                <a16:creationId xmlns:a16="http://schemas.microsoft.com/office/drawing/2014/main" id="{D1A160FE-A4BA-82D7-5048-ED188A7EF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395" y="81016"/>
            <a:ext cx="4273700" cy="3896024"/>
          </a:xfrm>
          <a:prstGeom prst="rect">
            <a:avLst/>
          </a:prstGeom>
        </p:spPr>
      </p:pic>
      <p:pic>
        <p:nvPicPr>
          <p:cNvPr id="7" name="图片 6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63EDFD26-2092-633E-6CDD-77664E5898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004" y="2286000"/>
            <a:ext cx="5102996" cy="461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13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57664-E8EE-7645-090A-8916FBF7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BFD44523-9CCE-D79C-49F8-09D34549D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7941"/>
            <a:ext cx="4318000" cy="4050762"/>
          </a:xfrm>
          <a:prstGeom prst="rect">
            <a:avLst/>
          </a:prstGeom>
        </p:spPr>
      </p:pic>
      <p:pic>
        <p:nvPicPr>
          <p:cNvPr id="5" name="图片 4" descr="电脑萤幕的截图&#10;&#10;AI 生成的内容可能不正确。">
            <a:extLst>
              <a:ext uri="{FF2B5EF4-FFF2-40B4-BE49-F238E27FC236}">
                <a16:creationId xmlns:a16="http://schemas.microsoft.com/office/drawing/2014/main" id="{079C635B-1BE6-9E0A-32A0-E8E98AE94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435" y="3872821"/>
            <a:ext cx="10175565" cy="298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1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E828E-647E-3D8F-95AA-E295A95D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09B727D2-572F-8AE4-F9B5-1E052B16C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146614" cy="342900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6812FC53-3821-5D52-2294-D3D961F72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7961"/>
            <a:ext cx="4013200" cy="359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05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11</cp:revision>
  <dcterms:created xsi:type="dcterms:W3CDTF">2026-02-01T10:06:19Z</dcterms:created>
  <dcterms:modified xsi:type="dcterms:W3CDTF">2026-02-01T10:20:13Z</dcterms:modified>
</cp:coreProperties>
</file>