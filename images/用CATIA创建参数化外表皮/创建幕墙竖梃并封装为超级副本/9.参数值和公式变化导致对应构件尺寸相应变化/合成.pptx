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7" d="100"/>
          <a:sy n="27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E8AB3-5F26-883D-9C26-69253965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表&#10;&#10;AI 生成的内容可能不正确。">
            <a:extLst>
              <a:ext uri="{FF2B5EF4-FFF2-40B4-BE49-F238E27FC236}">
                <a16:creationId xmlns:a16="http://schemas.microsoft.com/office/drawing/2014/main" id="{DE348D22-C1AE-2745-2761-DC3AB9E0C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760075" cy="3826042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0A18072E-48AE-F86B-C00E-33291E912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100" y="0"/>
            <a:ext cx="4317800" cy="4210392"/>
          </a:xfrm>
          <a:prstGeom prst="rect">
            <a:avLst/>
          </a:prstGeom>
        </p:spPr>
      </p:pic>
      <p:pic>
        <p:nvPicPr>
          <p:cNvPr id="7" name="图片 6" descr="图片包含 图示&#10;&#10;AI 生成的内容可能不正确。">
            <a:extLst>
              <a:ext uri="{FF2B5EF4-FFF2-40B4-BE49-F238E27FC236}">
                <a16:creationId xmlns:a16="http://schemas.microsoft.com/office/drawing/2014/main" id="{46A874B7-CC38-D9A4-5A7B-2D49D69C53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956" y="0"/>
            <a:ext cx="3826043" cy="382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98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雷达图&#10;&#10;AI 生成的内容可能不正确。">
            <a:extLst>
              <a:ext uri="{FF2B5EF4-FFF2-40B4-BE49-F238E27FC236}">
                <a16:creationId xmlns:a16="http://schemas.microsoft.com/office/drawing/2014/main" id="{7C89F926-C984-9CB4-828E-E0F101645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23348" cy="4357660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7DF7B4FB-F515-EA11-A721-B7F4C71DA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569" y="0"/>
            <a:ext cx="4272216" cy="4357660"/>
          </a:xfrm>
          <a:prstGeom prst="rect">
            <a:avLst/>
          </a:prstGeom>
        </p:spPr>
      </p:pic>
      <p:pic>
        <p:nvPicPr>
          <p:cNvPr id="7" name="图片 6" descr="图片包含 文本&#10;&#10;AI 生成的内容可能不正确。">
            <a:extLst>
              <a:ext uri="{FF2B5EF4-FFF2-40B4-BE49-F238E27FC236}">
                <a16:creationId xmlns:a16="http://schemas.microsoft.com/office/drawing/2014/main" id="{EB483BD8-EEC9-A18B-A07B-DF2085735E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973" y="0"/>
            <a:ext cx="386902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94A9B8C5-F2B1-1671-9F42-F99239399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05662" cy="2971953"/>
          </a:xfrm>
          <a:prstGeom prst="rect">
            <a:avLst/>
          </a:prstGeom>
        </p:spPr>
      </p:pic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A335E2CB-99F3-3165-9F3C-8EFE8A29C8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5448580" cy="3410125"/>
          </a:xfrm>
          <a:prstGeom prst="rect">
            <a:avLst/>
          </a:prstGeom>
        </p:spPr>
      </p:pic>
      <p:pic>
        <p:nvPicPr>
          <p:cNvPr id="7" name="图片 6" descr="图片包含 文本&#10;&#10;AI 生成的内容可能不正确。">
            <a:extLst>
              <a:ext uri="{FF2B5EF4-FFF2-40B4-BE49-F238E27FC236}">
                <a16:creationId xmlns:a16="http://schemas.microsoft.com/office/drawing/2014/main" id="{24100631-1037-9523-936D-5829AD7158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522" y="38102"/>
            <a:ext cx="5410478" cy="2933851"/>
          </a:xfrm>
          <a:prstGeom prst="rect">
            <a:avLst/>
          </a:prstGeom>
        </p:spPr>
      </p:pic>
      <p:pic>
        <p:nvPicPr>
          <p:cNvPr id="9" name="图片 8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BCF6EAFE-FEE3-1EA5-AB83-4F3E979CDC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422" y="3886048"/>
            <a:ext cx="5429529" cy="29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C7EF-0790-52B6-1401-352130AA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示&#10;&#10;AI 生成的内容可能不正确。">
            <a:extLst>
              <a:ext uri="{FF2B5EF4-FFF2-40B4-BE49-F238E27FC236}">
                <a16:creationId xmlns:a16="http://schemas.microsoft.com/office/drawing/2014/main" id="{803A5A11-C64C-7A4D-1D78-0967398FA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003204" cy="4138863"/>
          </a:xfrm>
          <a:prstGeom prst="rect">
            <a:avLst/>
          </a:prstGeom>
        </p:spPr>
      </p:pic>
      <p:pic>
        <p:nvPicPr>
          <p:cNvPr id="5" name="图片 4" descr="图片包含 图示&#10;&#10;AI 生成的内容可能不正确。">
            <a:extLst>
              <a:ext uri="{FF2B5EF4-FFF2-40B4-BE49-F238E27FC236}">
                <a16:creationId xmlns:a16="http://schemas.microsoft.com/office/drawing/2014/main" id="{61F7CB5D-DAC3-5AC1-F88C-EE1B1F248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189" y="0"/>
            <a:ext cx="5261811" cy="4177983"/>
          </a:xfrm>
          <a:prstGeom prst="rect">
            <a:avLst/>
          </a:prstGeom>
        </p:spPr>
      </p:pic>
      <p:pic>
        <p:nvPicPr>
          <p:cNvPr id="7" name="图片 6" descr="图片包含 图表&#10;&#10;AI 生成的内容可能不正确。">
            <a:extLst>
              <a:ext uri="{FF2B5EF4-FFF2-40B4-BE49-F238E27FC236}">
                <a16:creationId xmlns:a16="http://schemas.microsoft.com/office/drawing/2014/main" id="{8D75811D-6717-7718-9E8D-F2D36DEEF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52832"/>
            <a:ext cx="9449286" cy="23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86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D72D2-A92E-FE5D-AE65-5E38B2AF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示&#10;&#10;AI 生成的内容可能不正确。">
            <a:extLst>
              <a:ext uri="{FF2B5EF4-FFF2-40B4-BE49-F238E27FC236}">
                <a16:creationId xmlns:a16="http://schemas.microsoft.com/office/drawing/2014/main" id="{72DE3C80-4F8F-3B23-074F-F475A0E49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505733" cy="4400776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AEF88FD7-4C6F-231C-653E-94F051C89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00776"/>
            <a:ext cx="9468337" cy="2495678"/>
          </a:xfrm>
          <a:prstGeom prst="rect">
            <a:avLst/>
          </a:prstGeom>
        </p:spPr>
      </p:pic>
      <p:pic>
        <p:nvPicPr>
          <p:cNvPr id="7" name="图片 6" descr="图表, 饼图&#10;&#10;AI 生成的内容可能不正确。">
            <a:extLst>
              <a:ext uri="{FF2B5EF4-FFF2-40B4-BE49-F238E27FC236}">
                <a16:creationId xmlns:a16="http://schemas.microsoft.com/office/drawing/2014/main" id="{2FE05C04-6271-14D0-0171-43A77EE594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160" y="1"/>
            <a:ext cx="506084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6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F88E1-7A27-ABD3-DBA1-0F667B8E1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饼图&#10;&#10;AI 生成的内容可能不正确。">
            <a:extLst>
              <a:ext uri="{FF2B5EF4-FFF2-40B4-BE49-F238E27FC236}">
                <a16:creationId xmlns:a16="http://schemas.microsoft.com/office/drawing/2014/main" id="{8B4C2A52-2904-78B7-574A-DA8312B1C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57551" cy="3505844"/>
          </a:xfrm>
          <a:prstGeom prst="rect">
            <a:avLst/>
          </a:prstGeom>
        </p:spPr>
      </p:pic>
      <p:pic>
        <p:nvPicPr>
          <p:cNvPr id="5" name="图片 4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02D5ACB3-07A4-CEEB-01F1-67A9673D2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211053"/>
            <a:ext cx="10761361" cy="2646947"/>
          </a:xfrm>
          <a:prstGeom prst="rect">
            <a:avLst/>
          </a:prstGeom>
        </p:spPr>
      </p:pic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CF46B462-57C4-DA73-757C-A437109674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451" y="-76844"/>
            <a:ext cx="5514401" cy="350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159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23E5A-D740-0678-97F9-12522D96B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表&#10;&#10;AI 生成的内容可能不正确。">
            <a:extLst>
              <a:ext uri="{FF2B5EF4-FFF2-40B4-BE49-F238E27FC236}">
                <a16:creationId xmlns:a16="http://schemas.microsoft.com/office/drawing/2014/main" id="{FD96E39D-1F14-611F-F199-CA290E833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71411" cy="3757703"/>
          </a:xfrm>
          <a:prstGeom prst="rect">
            <a:avLst/>
          </a:prstGeom>
        </p:spPr>
      </p:pic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C0D9CA8C-40D2-A42A-9FD0-EBD0AB797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718" y="0"/>
            <a:ext cx="6262839" cy="3757703"/>
          </a:xfrm>
          <a:prstGeom prst="rect">
            <a:avLst/>
          </a:prstGeom>
        </p:spPr>
      </p:pic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B0F20810-8EBE-193C-D8F3-7BA25AD23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52832"/>
            <a:ext cx="9487388" cy="23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21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B10D-1EFF-F549-92FA-C0E28F5E9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CF77C548-5F46-B621-604F-9C0B3028A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105" y="0"/>
            <a:ext cx="6136105" cy="4230193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4C3BBE7D-FBBE-2614-45E0-DBD8ACCAF2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441" y="0"/>
            <a:ext cx="5967663" cy="2983832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0F49B6DA-9239-457C-7486-204F3CBBF3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438" y="3874169"/>
            <a:ext cx="6016561" cy="30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07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BA4B5-A82D-F408-B6A9-45A6DA0B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网站&#10;&#10;AI 生成的内容可能不正确。">
            <a:extLst>
              <a:ext uri="{FF2B5EF4-FFF2-40B4-BE49-F238E27FC236}">
                <a16:creationId xmlns:a16="http://schemas.microsoft.com/office/drawing/2014/main" id="{01855DEB-D0EB-58CF-037E-983BFF8DE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6521116" cy="3296128"/>
          </a:xfrm>
          <a:prstGeom prst="rect">
            <a:avLst/>
          </a:prstGeom>
        </p:spPr>
      </p:pic>
      <p:pic>
        <p:nvPicPr>
          <p:cNvPr id="5" name="图片 4" descr="网站, 日程表&#10;&#10;AI 生成的内容可能不正确。">
            <a:extLst>
              <a:ext uri="{FF2B5EF4-FFF2-40B4-BE49-F238E27FC236}">
                <a16:creationId xmlns:a16="http://schemas.microsoft.com/office/drawing/2014/main" id="{C163A935-5492-953D-CE40-0D5BE89EC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86988"/>
            <a:ext cx="6328820" cy="2689169"/>
          </a:xfrm>
          <a:prstGeom prst="rect">
            <a:avLst/>
          </a:prstGeom>
        </p:spPr>
      </p:pic>
      <p:pic>
        <p:nvPicPr>
          <p:cNvPr id="7" name="图片 6" descr="网站&#10;&#10;AI 生成的内容可能不正确。">
            <a:extLst>
              <a:ext uri="{FF2B5EF4-FFF2-40B4-BE49-F238E27FC236}">
                <a16:creationId xmlns:a16="http://schemas.microsoft.com/office/drawing/2014/main" id="{5659DEDA-5427-2E1E-384E-1A8B3B4A62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781" y="1477830"/>
            <a:ext cx="5540218" cy="225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868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65AE2-D920-2E3A-947E-41B0C709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FCB0A2CD-9778-F898-2805-7BC67D3F2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73579" cy="3961587"/>
          </a:xfrm>
          <a:prstGeom prst="rect">
            <a:avLst/>
          </a:prstGeom>
        </p:spPr>
      </p:pic>
      <p:pic>
        <p:nvPicPr>
          <p:cNvPr id="5" name="图片 4" descr="图形用户界面, 网站&#10;&#10;AI 生成的内容可能不正确。">
            <a:extLst>
              <a:ext uri="{FF2B5EF4-FFF2-40B4-BE49-F238E27FC236}">
                <a16:creationId xmlns:a16="http://schemas.microsoft.com/office/drawing/2014/main" id="{94361718-EF36-72D3-A202-544BCCB99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298" y="0"/>
            <a:ext cx="6838701" cy="2502568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1929B73F-0163-5F9C-9402-74437D9B1D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747" y="2669840"/>
            <a:ext cx="5430252" cy="418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0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9B31-7828-D07D-F19D-B6AE3A4E1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1F43EC7F-9832-3048-9E42-8FEF811D3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5366084" cy="4269366"/>
          </a:xfrm>
          <a:prstGeom prst="rect">
            <a:avLst/>
          </a:prstGeom>
        </p:spPr>
      </p:pic>
      <p:pic>
        <p:nvPicPr>
          <p:cNvPr id="5" name="图片 4" descr="图形用户界面, 网站&#10;&#10;AI 生成的内容可能不正确。">
            <a:extLst>
              <a:ext uri="{FF2B5EF4-FFF2-40B4-BE49-F238E27FC236}">
                <a16:creationId xmlns:a16="http://schemas.microsoft.com/office/drawing/2014/main" id="{77A8BBCB-B62B-E0C4-998F-4E2A045DD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466" y="0"/>
            <a:ext cx="6741533" cy="24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69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8861-17FB-ED40-C2E9-FB142E585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DBEA18ED-8D22-B52D-AA0B-459FDC743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1495" cy="4067996"/>
          </a:xfrm>
          <a:prstGeom prst="rect">
            <a:avLst/>
          </a:prstGeom>
        </p:spPr>
      </p:pic>
      <p:pic>
        <p:nvPicPr>
          <p:cNvPr id="3" name="图片 2" descr="图形用户界面, 网站&#10;&#10;AI 生成的内容可能不正确。">
            <a:extLst>
              <a:ext uri="{FF2B5EF4-FFF2-40B4-BE49-F238E27FC236}">
                <a16:creationId xmlns:a16="http://schemas.microsoft.com/office/drawing/2014/main" id="{B80A5EF3-3827-0106-6A33-344D60B5C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429" y="0"/>
            <a:ext cx="7028571" cy="2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0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宽屏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17</cp:revision>
  <dcterms:created xsi:type="dcterms:W3CDTF">2026-02-01T10:06:19Z</dcterms:created>
  <dcterms:modified xsi:type="dcterms:W3CDTF">2026-02-01T10:24:57Z</dcterms:modified>
</cp:coreProperties>
</file>