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2D9335F4-C487-CE36-9674-224558748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86050" cy="6939695"/>
          </a:xfrm>
          <a:prstGeom prst="rect">
            <a:avLst/>
          </a:prstGeom>
        </p:spPr>
      </p:pic>
      <p:pic>
        <p:nvPicPr>
          <p:cNvPr id="5" name="图片 4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9437E47B-87E5-BB00-976D-F417A71B8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084" y="0"/>
            <a:ext cx="6219583" cy="3257550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9F07F28-35F6-83BD-F0CC-E5A83A55C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410" y="3429001"/>
            <a:ext cx="625032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8D4654D-ABB9-A798-9B86-24D639065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985359" cy="2952902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416A58E9-937A-4C07-7C0A-923A09126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2" y="3720939"/>
            <a:ext cx="6947257" cy="3137061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B6608CE6-01C4-73E7-9468-B94DD885AE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149" y="0"/>
            <a:ext cx="2673401" cy="684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1C7EF-0790-52B6-1401-352130AA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FAE92E7-9076-2FBD-8302-C21897458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25137" cy="3143412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E1214089-315F-7C6E-59FF-E7F75D8A6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8971"/>
            <a:ext cx="6096000" cy="359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6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6</cp:revision>
  <dcterms:created xsi:type="dcterms:W3CDTF">2026-02-01T10:06:19Z</dcterms:created>
  <dcterms:modified xsi:type="dcterms:W3CDTF">2026-02-01T10:12:14Z</dcterms:modified>
</cp:coreProperties>
</file>