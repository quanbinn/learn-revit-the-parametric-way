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00C29943-873C-6179-E1BB-E38F99953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694985" cy="6951731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AE227B35-0FFB-028E-3BD5-6013471AF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705" y="-1"/>
            <a:ext cx="5280622" cy="3522730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7BD40A7A-6011-C532-8142-152B8E8AAB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483" y="3429001"/>
            <a:ext cx="5294518" cy="352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5365D617-7B99-BD0B-D5D4-F6F91791B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065907" cy="4141989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CA13039F-B459-A69A-1C10-19C9C43DD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936" y="-1"/>
            <a:ext cx="6065907" cy="396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C7EF-0790-52B6-1401-352130AA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BF3CBF1-9C32-BA8A-1416-BA7F4814A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44416" cy="3429000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72BB1C4-FF3E-B996-0F45-25972F2C3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1" y="3395651"/>
            <a:ext cx="8031977" cy="355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86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6</cp:revision>
  <dcterms:created xsi:type="dcterms:W3CDTF">2026-02-01T10:06:19Z</dcterms:created>
  <dcterms:modified xsi:type="dcterms:W3CDTF">2026-02-01T10:16:54Z</dcterms:modified>
</cp:coreProperties>
</file>