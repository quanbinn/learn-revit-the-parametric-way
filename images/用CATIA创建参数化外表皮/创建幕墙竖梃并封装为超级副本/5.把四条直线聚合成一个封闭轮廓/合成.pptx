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图示&#10;&#10;AI 生成的内容可能不正确。">
            <a:extLst>
              <a:ext uri="{FF2B5EF4-FFF2-40B4-BE49-F238E27FC236}">
                <a16:creationId xmlns:a16="http://schemas.microsoft.com/office/drawing/2014/main" id="{D925F3C6-967F-A221-6381-BBFCA88C3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20898" cy="7001660"/>
          </a:xfrm>
          <a:prstGeom prst="rect">
            <a:avLst/>
          </a:prstGeom>
        </p:spPr>
      </p:pic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B38325DA-0D88-E544-7AEC-F6B14FFA7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341" y="0"/>
            <a:ext cx="2468524" cy="4220736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A3D95B33-4600-68E0-1221-3FF939855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251" y="4220737"/>
            <a:ext cx="8143750" cy="278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D2B301F-1D9E-5DEE-7855-246FEEB5A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57674" cy="5441795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3631A350-CF08-2420-EBB5-08D8D470E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674" y="0"/>
            <a:ext cx="2194294" cy="2854712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01EAF828-3ECE-88A9-B153-47DD1622B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883" y="2854712"/>
            <a:ext cx="4948117" cy="397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A5D216F-03B5-1A2C-F7F0-05980483F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53718" cy="401443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E89526E0-87F4-101E-FA0F-8D621EF11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718" y="-1"/>
            <a:ext cx="4840104" cy="4014439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6164032-D2EA-C3E0-5BA1-F05A64D45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21" y="-1"/>
            <a:ext cx="2145885" cy="68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1251766D-15A4-D057-85EA-DC7C75352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272995" cy="4237463"/>
          </a:xfrm>
          <a:prstGeom prst="rect">
            <a:avLst/>
          </a:prstGeom>
        </p:spPr>
      </p:pic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44904992-AA7D-4B07-537F-1F819CA70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83" y="0"/>
            <a:ext cx="4503217" cy="521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8</cp:revision>
  <dcterms:created xsi:type="dcterms:W3CDTF">2026-02-01T10:06:19Z</dcterms:created>
  <dcterms:modified xsi:type="dcterms:W3CDTF">2026-02-01T10:14:42Z</dcterms:modified>
</cp:coreProperties>
</file>