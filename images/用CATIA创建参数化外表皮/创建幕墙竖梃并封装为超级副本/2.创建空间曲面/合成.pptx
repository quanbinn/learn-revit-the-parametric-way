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4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428711CB-D7CC-5187-82F9-7C7B3848E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05100" cy="6966074"/>
          </a:xfrm>
          <a:prstGeom prst="rect">
            <a:avLst/>
          </a:prstGeom>
        </p:spPr>
      </p:pic>
      <p:pic>
        <p:nvPicPr>
          <p:cNvPr id="5" name="图片 4" descr="电脑萤幕的截图&#10;&#10;AI 生成的内容可能不正确。">
            <a:extLst>
              <a:ext uri="{FF2B5EF4-FFF2-40B4-BE49-F238E27FC236}">
                <a16:creationId xmlns:a16="http://schemas.microsoft.com/office/drawing/2014/main" id="{AEC995E8-DA42-052D-885F-BCB1D8534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407" y="57150"/>
            <a:ext cx="7363593" cy="3067050"/>
          </a:xfrm>
          <a:prstGeom prst="rect">
            <a:avLst/>
          </a:prstGeom>
        </p:spPr>
      </p:pic>
      <p:pic>
        <p:nvPicPr>
          <p:cNvPr id="7" name="图片 6" descr="图片包含 图表&#10;&#10;AI 生成的内容可能不正确。">
            <a:extLst>
              <a:ext uri="{FF2B5EF4-FFF2-40B4-BE49-F238E27FC236}">
                <a16:creationId xmlns:a16="http://schemas.microsoft.com/office/drawing/2014/main" id="{DB3BAF02-D608-B67D-3F0C-25B04979E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407" y="3578286"/>
            <a:ext cx="7363594" cy="297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A1F1B79-BA42-D19F-DFF6-2556FB539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86100" cy="6862650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E7324BE1-AAB6-E301-989C-DDEA7952D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736" y="0"/>
            <a:ext cx="7074264" cy="2991004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F359801B-C681-B3D6-24C8-D3F98F16A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274" y="3898748"/>
            <a:ext cx="5378726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5</cp:revision>
  <dcterms:created xsi:type="dcterms:W3CDTF">2026-02-01T10:06:19Z</dcterms:created>
  <dcterms:modified xsi:type="dcterms:W3CDTF">2026-02-01T10:10:53Z</dcterms:modified>
</cp:coreProperties>
</file>