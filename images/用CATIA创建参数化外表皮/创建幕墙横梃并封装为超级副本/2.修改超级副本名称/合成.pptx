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66F1C-EB5D-31A5-1048-EBEBAF749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DFC57-C54C-BB1E-826C-21ACDB57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590C4-AACF-BCAC-0316-97922791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03B2C-6BDD-351C-9441-94BFB48D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F83A5-2E60-6923-C811-FCDB3DB9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22C17-0B38-DE5C-BCAB-954A53CC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C2690-C9B1-74B1-9582-3677072A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9607A-40A6-C4EE-CE3A-768DE947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3E557-8361-5B4A-4417-72EF4073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F01F6-A760-E494-0C5F-D8C52313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8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ED2E-DBE7-2DF0-9EBD-251336E8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8561C4-EE02-6B8F-7DEE-80ED050E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0EF02-9C0B-A98F-884E-A245977E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D57CE-7C20-83B3-1290-1B841BEC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4FCEA-FEA2-4BBD-A6C4-D8FB7D47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50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B34F2-BE1A-7F63-DBCA-A82E97C3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69D6E-30E2-FAF4-428D-BACA68522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8F7C6A-8411-056B-5CA6-6C47F6EB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19A1F-F0A5-839E-2822-7966DD2A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12C899-52F4-0BBF-86D5-556AF188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22FB9-E5E2-7129-5727-62E0527B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7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73EEF-19BD-926F-F1B6-2D4187E3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8FB7B1-684B-6E65-1F9B-DE264CB67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DB084-8960-CD09-D4A4-E952C204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558E44-7712-F9E8-C448-45EA4C0C7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EB0E0D-F424-0D62-045F-FB1392D35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DA9CF1-60F2-4B4F-ED74-35D3E420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9C2EB2-C0DE-19E1-9CBD-4D3D722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55CAC1-D69E-5376-2BD9-93F5352C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464FE-DC25-253A-A118-FC59C0E9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D1D03-9D43-B44E-CE2B-E514272E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EBBD66-4432-F2E3-63C3-F9A41101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4EBB78-9E4A-263E-9E12-D3E7E83B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0DC655-D9DB-EE6A-62AF-CA1F780E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ADCD7F-1951-0167-B924-68A5F5CE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D50E8-EB46-E606-C072-2CCB58F2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16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86281-0E8E-E8EF-565B-40E93C62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56F6A-6FEE-21DC-A85C-DA743817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27E071-857D-3255-A378-AF6E77046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98530-5866-362A-646E-430D549C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4488B-19CE-2C79-6952-D0187979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17F6D-F2EF-C136-DA4F-9A1BF5E1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0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D7378-4671-308E-AD85-CB4A6559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70C99-AE51-8E8D-4725-2A8133A9F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66F5C-D040-6A72-F90B-3B4AB4CDA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D8EE2A-92BD-5AB0-FEB4-D25EE0D7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65223-E6CB-AB7E-B431-AE39625E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4409D-3DF1-913B-3A03-5E27A23D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8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D622D-40BF-80B9-F23C-2334A414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7593A-7A76-35E6-0EC8-556E17E8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452D8-A904-E6CC-7E92-57361C2B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0BDBF-AC93-56C2-4B0F-8966CD60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C0466-E711-B7E2-E48E-C6BD70F1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6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2ADF1B-A719-9E1B-2B4C-98F726AF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E5F285-2846-57C9-AD22-A456D600C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E224E-D769-91F6-EC68-79469480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F05A9-7C6C-11F1-E9D3-FDA68225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55F12-AFCE-25FD-F716-4ACEDF11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81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76D0E6-05D6-58D5-1CC4-802540F8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1601E-8007-853E-644E-7C37D3EE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5A9A8-2719-2F55-FBE0-9714D02C3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30AF6-9F31-0527-EDB5-2225CACD9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97597-7BFE-2F74-2BF2-FA433B22C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1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8CB6142E-94BB-F361-1290-429EECA17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086873" cy="2638953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C1F15E33-6498-1C34-D2B4-8BB44EC504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166" y="-1"/>
            <a:ext cx="8122834" cy="541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4</cp:revision>
  <dcterms:created xsi:type="dcterms:W3CDTF">2026-02-01T10:06:19Z</dcterms:created>
  <dcterms:modified xsi:type="dcterms:W3CDTF">2026-02-01T10:26:58Z</dcterms:modified>
</cp:coreProperties>
</file>