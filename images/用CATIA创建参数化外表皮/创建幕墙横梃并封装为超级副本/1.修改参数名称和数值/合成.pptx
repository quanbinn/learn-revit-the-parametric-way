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形用户界面, 网站&#10;&#10;AI 生成的内容可能不正确。">
            <a:extLst>
              <a:ext uri="{FF2B5EF4-FFF2-40B4-BE49-F238E27FC236}">
                <a16:creationId xmlns:a16="http://schemas.microsoft.com/office/drawing/2014/main" id="{6EC31074-4FF0-CC88-27AF-7978FAECB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522936" cy="1974869"/>
          </a:xfrm>
          <a:prstGeom prst="rect">
            <a:avLst/>
          </a:prstGeom>
        </p:spPr>
      </p:pic>
      <p:pic>
        <p:nvPicPr>
          <p:cNvPr id="7" name="图片 6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26AD29C4-09E9-B501-69D5-EE40D2933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04" y="2581036"/>
            <a:ext cx="5264553" cy="2302096"/>
          </a:xfrm>
          <a:prstGeom prst="rect">
            <a:avLst/>
          </a:prstGeom>
        </p:spPr>
      </p:pic>
      <p:pic>
        <p:nvPicPr>
          <p:cNvPr id="9" name="图片 8" descr="图形用户界面&#10;&#10;AI 生成的内容可能不正确。">
            <a:extLst>
              <a:ext uri="{FF2B5EF4-FFF2-40B4-BE49-F238E27FC236}">
                <a16:creationId xmlns:a16="http://schemas.microsoft.com/office/drawing/2014/main" id="{423BBF69-6F04-5A73-2712-033EB1C775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974869"/>
            <a:ext cx="5934896" cy="315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4</cp:revision>
  <dcterms:created xsi:type="dcterms:W3CDTF">2026-02-01T10:06:19Z</dcterms:created>
  <dcterms:modified xsi:type="dcterms:W3CDTF">2026-02-01T10:26:35Z</dcterms:modified>
</cp:coreProperties>
</file>