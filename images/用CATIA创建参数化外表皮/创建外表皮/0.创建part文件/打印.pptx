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97F29969-811D-337B-279F-2B10BE7CD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5749"/>
            <a:ext cx="7132326" cy="2723251"/>
          </a:xfrm>
          <a:prstGeom prst="rect">
            <a:avLst/>
          </a:prstGeom>
        </p:spPr>
      </p:pic>
      <p:pic>
        <p:nvPicPr>
          <p:cNvPr id="7" name="图片 6" descr="图形用户界面&#10;&#10;AI 生成的内容可能不正确。">
            <a:extLst>
              <a:ext uri="{FF2B5EF4-FFF2-40B4-BE49-F238E27FC236}">
                <a16:creationId xmlns:a16="http://schemas.microsoft.com/office/drawing/2014/main" id="{3BDCD0E9-69AB-945D-2990-96A0EACA1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2257" y="0"/>
            <a:ext cx="2309743" cy="2658140"/>
          </a:xfrm>
          <a:prstGeom prst="rect">
            <a:avLst/>
          </a:prstGeom>
        </p:spPr>
      </p:pic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4BF12F27-1B17-AE8E-79B6-DC84F9AE37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66308"/>
            <a:ext cx="7132326" cy="2091692"/>
          </a:xfrm>
          <a:prstGeom prst="rect">
            <a:avLst/>
          </a:prstGeom>
        </p:spPr>
      </p:pic>
      <p:pic>
        <p:nvPicPr>
          <p:cNvPr id="11" name="图片 10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044687FD-E495-7CEE-4F40-951DE8AED9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6" y="2740593"/>
            <a:ext cx="5059674" cy="419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F7E2991-8C5A-AC8F-BAB4-E575DBB50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51544" cy="3244392"/>
          </a:xfrm>
          <a:prstGeom prst="rect">
            <a:avLst/>
          </a:prstGeom>
        </p:spPr>
      </p:pic>
      <p:pic>
        <p:nvPicPr>
          <p:cNvPr id="7" name="图片 6" descr="电脑萤幕的截图&#10;&#10;AI 生成的内容可能不正确。">
            <a:extLst>
              <a:ext uri="{FF2B5EF4-FFF2-40B4-BE49-F238E27FC236}">
                <a16:creationId xmlns:a16="http://schemas.microsoft.com/office/drawing/2014/main" id="{640842D9-F5EB-81A0-A21A-D0E1F2055D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015" y="0"/>
            <a:ext cx="6896986" cy="3664024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A218413-119F-1530-0FC7-894BC6D56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7955"/>
            <a:ext cx="3466214" cy="3600045"/>
          </a:xfrm>
          <a:prstGeom prst="rect">
            <a:avLst/>
          </a:prstGeom>
        </p:spPr>
      </p:pic>
      <p:pic>
        <p:nvPicPr>
          <p:cNvPr id="11" name="图片 10" descr="电脑萤幕的截图&#10;&#10;AI 生成的内容可能不正确。">
            <a:extLst>
              <a:ext uri="{FF2B5EF4-FFF2-40B4-BE49-F238E27FC236}">
                <a16:creationId xmlns:a16="http://schemas.microsoft.com/office/drawing/2014/main" id="{B8E382E8-CDEB-9090-3BAC-E3C308C70D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015" y="3585078"/>
            <a:ext cx="6647172" cy="353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cp:lastPrinted>2026-01-27T02:16:30Z</cp:lastPrinted>
  <dcterms:created xsi:type="dcterms:W3CDTF">2026-01-27T02:03:15Z</dcterms:created>
  <dcterms:modified xsi:type="dcterms:W3CDTF">2026-01-27T02:16:31Z</dcterms:modified>
</cp:coreProperties>
</file>