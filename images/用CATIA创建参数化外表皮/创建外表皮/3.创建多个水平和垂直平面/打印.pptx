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2888DA4-3E96-F2E3-295B-95F7086CC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"/>
            <a:ext cx="2705100" cy="7225827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01CB98B5-A51A-A860-7B0A-1E0DD28FE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193" y="0"/>
            <a:ext cx="4743614" cy="3029853"/>
          </a:xfrm>
          <a:prstGeom prst="rect">
            <a:avLst/>
          </a:prstGeom>
        </p:spPr>
      </p:pic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ED7EE83E-A7CA-DA7F-36A5-F24F06160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231" y="3029852"/>
            <a:ext cx="5888509" cy="35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B43FC8B-3124-E011-8957-AD065C81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57643" cy="3156060"/>
          </a:xfrm>
          <a:prstGeom prst="rect">
            <a:avLst/>
          </a:prstGeom>
        </p:spPr>
      </p:pic>
      <p:pic>
        <p:nvPicPr>
          <p:cNvPr id="5" name="图片 4" descr="电脑萤幕&#10;&#10;AI 生成的内容可能不正确。">
            <a:extLst>
              <a:ext uri="{FF2B5EF4-FFF2-40B4-BE49-F238E27FC236}">
                <a16:creationId xmlns:a16="http://schemas.microsoft.com/office/drawing/2014/main" id="{632B17D4-8478-D791-8A09-F457314A6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0" y="0"/>
            <a:ext cx="3521147" cy="5055191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884FAB9-0354-2AC1-396B-67F98CEF7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046" y="0"/>
            <a:ext cx="2744954" cy="70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20C4-05B7-FE4B-4BF7-DB12CA3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7295C9F-6D67-3A48-D8A0-61D4E5625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50191" cy="3429000"/>
          </a:xfrm>
          <a:prstGeom prst="rect">
            <a:avLst/>
          </a:prstGeom>
        </p:spPr>
      </p:pic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612A532E-1D72-D148-0BD0-472A55267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5564909" cy="3429000"/>
          </a:xfrm>
          <a:prstGeom prst="rect">
            <a:avLst/>
          </a:prstGeom>
        </p:spPr>
      </p:pic>
      <p:pic>
        <p:nvPicPr>
          <p:cNvPr id="7" name="图片 6" descr="图片包含 背景图案&#10;&#10;AI 生成的内容可能不正确。">
            <a:extLst>
              <a:ext uri="{FF2B5EF4-FFF2-40B4-BE49-F238E27FC236}">
                <a16:creationId xmlns:a16="http://schemas.microsoft.com/office/drawing/2014/main" id="{0326FF85-0AD8-B199-8AD2-CC472D1274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0"/>
            <a:ext cx="3771900" cy="498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9</cp:revision>
  <cp:lastPrinted>2026-01-29T07:45:41Z</cp:lastPrinted>
  <dcterms:created xsi:type="dcterms:W3CDTF">2026-01-27T02:03:15Z</dcterms:created>
  <dcterms:modified xsi:type="dcterms:W3CDTF">2026-01-29T07:47:01Z</dcterms:modified>
</cp:coreProperties>
</file>