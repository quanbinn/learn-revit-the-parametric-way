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的截图&#10;&#10;AI 生成的内容可能不正确。">
            <a:extLst>
              <a:ext uri="{FF2B5EF4-FFF2-40B4-BE49-F238E27FC236}">
                <a16:creationId xmlns:a16="http://schemas.microsoft.com/office/drawing/2014/main" id="{F77E1277-D801-0CC3-6946-5DFC49247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82644" cy="68580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332417C9-02E3-08B7-A226-94B998BBE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0"/>
            <a:ext cx="4808719" cy="3154106"/>
          </a:xfrm>
          <a:prstGeom prst="rect">
            <a:avLst/>
          </a:prstGeom>
        </p:spPr>
      </p:pic>
      <p:pic>
        <p:nvPicPr>
          <p:cNvPr id="7" name="图片 6" descr="图片包含 图表&#10;&#10;AI 生成的内容可能不正确。">
            <a:extLst>
              <a:ext uri="{FF2B5EF4-FFF2-40B4-BE49-F238E27FC236}">
                <a16:creationId xmlns:a16="http://schemas.microsoft.com/office/drawing/2014/main" id="{39EBBEEC-8220-F17B-C96D-0D3F264E7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846" y="0"/>
            <a:ext cx="4952154" cy="42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7</cp:revision>
  <cp:lastPrinted>2026-01-27T02:16:30Z</cp:lastPrinted>
  <dcterms:created xsi:type="dcterms:W3CDTF">2026-01-27T02:03:15Z</dcterms:created>
  <dcterms:modified xsi:type="dcterms:W3CDTF">2026-01-29T07:34:28Z</dcterms:modified>
</cp:coreProperties>
</file>