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742113" cy="98758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89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5165A-2E78-9D8D-73A7-783F07080B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2EBC701-AC16-DF87-3100-D24A3D37E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5B8B69-D382-28ED-4409-EB2E3650F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812454-B785-AF13-1776-02CB2E238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EB181E-CB5D-812D-D3F2-ED8E82739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14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EBDDC9-9253-02C6-D75A-A7B9EB70D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7CAF87-C085-6A5D-E40F-A517FD5577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AC3E52-AFE3-A48D-EE6D-058E46220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B5A848-FC0F-650E-CFDD-E22DE51F3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4E24AF-E563-FA1F-A3E4-7768D3F1C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5804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331A3-77A5-31F7-4B0C-A18D56770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F74B69-E0F8-5C7E-925E-4E7258637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DA8C44-64A7-5821-5165-7694D33A6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5CF795-8B11-83EF-4361-D64BA3FA7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07FD9E-DEA6-824E-DCFE-C4A4F08BA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1594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106924-1299-AAB6-1120-2FF2DD54D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10B5141-EB30-B621-ED01-D6ABB2743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E781E10-9A39-641D-BA28-68A6B3B0E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18C48D-C397-ABEA-6599-716B008C7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DB917C-FAA7-32D4-9726-357C6B83E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C5BE7C-AC66-602C-1979-80E42BE37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84282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E562AB-2795-8605-9C0D-9F9179EB9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FE05644-1585-2DCB-ECFA-6C4A465B83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413C0C-B1DC-7BB4-92BE-2F6D5AD6FA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7A9922-3496-A504-A565-6DA63EF330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15857A6-A692-680B-4652-D3E6C8CFAE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BAE0385-6E2B-92B3-64ED-3DE327885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7AEFB6C-490A-6F4B-B4E6-4B809890A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0173D24-8868-64C8-90A0-2544D9CF8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0712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A9A977-C4DE-DD91-C69B-1A5A91583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5992A5E-4C4D-523C-4092-0E0225F85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132AFF-259A-B8DE-3F8B-AB0922F90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0D3AD0-042F-1882-D693-1BA87D2DA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7887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BF3FFD7-0CD0-DA55-6505-E943555D3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D06912-128D-0EB7-A55D-56F00B124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57019F8-0120-92C2-5842-F963B8EA3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2503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1B758D-0181-E398-A5DA-84FAA45D9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B0E515-AD50-C1B9-C694-DD3EA248DA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1F9719-A6D3-9C77-1FBB-D96BF7039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5C3A9C-F0CB-D843-E779-315167B57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5EFF31-ECF9-81E5-81BB-8687ED936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2C41B4E-B3AE-FF97-8C80-66CFB7191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899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076EEF-78FD-947E-1E29-88CB84E2C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C103A74-7820-C7EB-FEBD-AD04F37BC8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A3F8AA-E7F7-DA03-5420-808FB172A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36FAB43-FCD8-9F4F-DB6D-70337CEAE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98723AA-8ECE-E152-BA80-B992A35AC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5AD9F54-7576-A7F7-11B0-7B85355B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2865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E16F3B-39FB-85E0-3E70-FAAC583B6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7DB0BC5-579F-2ED8-2602-6722D87E3F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96AC2BC-7946-E20C-9DE2-D3A700D38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9F4ABA-26AC-5380-C628-4E87B634B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F05600-90E3-F929-EC14-381123825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5774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359C41B-DA24-2118-6354-8B9398516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3209F9-66AD-B1E8-65A7-30074D0BC3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CE5795-B122-8F68-4289-46D082614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AE2387-250A-0902-6B75-A7EC1AA84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BA51E7-7E83-AB3F-013D-4DB571598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3645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6A68CA4-8F52-0EE3-5F37-6BD623DC3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CD6F13E-6D1A-D6A0-2E1A-F4FE38EA9D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5DC8CA-1155-7A04-4909-D219E79A6C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4F5E80-75B6-4A98-A9F5-EC23D338B2E8}" type="datetimeFigureOut">
              <a:rPr lang="zh-CN" altLang="en-US" smtClean="0"/>
              <a:t>2026/1/29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1696F0-5097-1555-A994-D935479F32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B7AE24-ED0B-E62C-4AD5-31532239BD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51877B-7438-4F5D-88C2-B093EADBEA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1223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C8291981-7A4E-416E-5BE4-FCA088D163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649682" cy="6858000"/>
          </a:xfrm>
          <a:prstGeom prst="rect">
            <a:avLst/>
          </a:prstGeom>
        </p:spPr>
      </p:pic>
      <p:pic>
        <p:nvPicPr>
          <p:cNvPr id="5" name="图片 4" descr="电脑萤幕画面&#10;&#10;AI 生成的内容可能不正确。">
            <a:extLst>
              <a:ext uri="{FF2B5EF4-FFF2-40B4-BE49-F238E27FC236}">
                <a16:creationId xmlns:a16="http://schemas.microsoft.com/office/drawing/2014/main" id="{EC00F9FC-4392-F58D-447A-D0635F9E1D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0343" y="0"/>
            <a:ext cx="687705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610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形用户界面&#10;&#10;AI 生成的内容可能不正确。">
            <a:extLst>
              <a:ext uri="{FF2B5EF4-FFF2-40B4-BE49-F238E27FC236}">
                <a16:creationId xmlns:a16="http://schemas.microsoft.com/office/drawing/2014/main" id="{F802DD1B-F544-6A42-0834-8195CF35C0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359619" cy="3790950"/>
          </a:xfrm>
          <a:prstGeom prst="rect">
            <a:avLst/>
          </a:prstGeom>
        </p:spPr>
      </p:pic>
      <p:pic>
        <p:nvPicPr>
          <p:cNvPr id="5" name="图片 4" descr="图片包含 图表&#10;&#10;AI 生成的内容可能不正确。">
            <a:extLst>
              <a:ext uri="{FF2B5EF4-FFF2-40B4-BE49-F238E27FC236}">
                <a16:creationId xmlns:a16="http://schemas.microsoft.com/office/drawing/2014/main" id="{0F8DC802-8CCA-4AD5-7D5F-AA33AAD964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1" y="-1"/>
            <a:ext cx="5905500" cy="6867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42504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Administrator</cp:lastModifiedBy>
  <cp:revision>9</cp:revision>
  <cp:lastPrinted>2026-01-27T02:16:30Z</cp:lastPrinted>
  <dcterms:created xsi:type="dcterms:W3CDTF">2026-01-27T02:03:15Z</dcterms:created>
  <dcterms:modified xsi:type="dcterms:W3CDTF">2026-01-29T07:33:52Z</dcterms:modified>
</cp:coreProperties>
</file>