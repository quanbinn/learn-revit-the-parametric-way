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4BF25626-2A5A-7B50-FB64-30C9CD070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0538" cy="6858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76090B0-A111-CF9A-74C9-93D3BCB4D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848" y="0"/>
            <a:ext cx="6076304" cy="3368873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1AD8F29F-2093-9377-E85B-A5CA4E460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172" y="3489126"/>
            <a:ext cx="6115977" cy="336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的屏幕截图&#10;&#10;AI 生成的内容可能不正确。">
            <a:extLst>
              <a:ext uri="{FF2B5EF4-FFF2-40B4-BE49-F238E27FC236}">
                <a16:creationId xmlns:a16="http://schemas.microsoft.com/office/drawing/2014/main" id="{93902BB6-FEEB-54BA-C11A-2754E24D8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70534" cy="3429000"/>
          </a:xfrm>
          <a:prstGeom prst="rect">
            <a:avLst/>
          </a:prstGeom>
        </p:spPr>
      </p:pic>
      <p:pic>
        <p:nvPicPr>
          <p:cNvPr id="5" name="图片 4" descr="图片包含 背景图案&#10;&#10;AI 生成的内容可能不正确。">
            <a:extLst>
              <a:ext uri="{FF2B5EF4-FFF2-40B4-BE49-F238E27FC236}">
                <a16:creationId xmlns:a16="http://schemas.microsoft.com/office/drawing/2014/main" id="{3204BEDB-DCFB-AFE6-7A8C-21607538D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1"/>
            <a:ext cx="3364629" cy="4346581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BF84F822-AA2B-93E2-A156-D75F15DFF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696" y="-81566"/>
            <a:ext cx="2604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20C4-05B7-FE4B-4BF7-DB12CA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8639AD98-CB15-6704-A130-6B67FD5E5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362700" cy="3523049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E4E553F-618E-B35A-D5F6-7675F40F0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3048"/>
            <a:ext cx="5772442" cy="3334952"/>
          </a:xfrm>
          <a:prstGeom prst="rect">
            <a:avLst/>
          </a:prstGeom>
        </p:spPr>
      </p:pic>
      <p:pic>
        <p:nvPicPr>
          <p:cNvPr id="7" name="图片 6" descr="背景图案&#10;&#10;AI 生成的内容可能不正确。">
            <a:extLst>
              <a:ext uri="{FF2B5EF4-FFF2-40B4-BE49-F238E27FC236}">
                <a16:creationId xmlns:a16="http://schemas.microsoft.com/office/drawing/2014/main" id="{3AB020A3-1B19-5CA4-F2E4-76CED1A05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666" y="1"/>
            <a:ext cx="4295334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9</cp:revision>
  <cp:lastPrinted>2026-01-27T02:16:30Z</cp:lastPrinted>
  <dcterms:created xsi:type="dcterms:W3CDTF">2026-01-27T02:03:15Z</dcterms:created>
  <dcterms:modified xsi:type="dcterms:W3CDTF">2026-01-29T07:33:11Z</dcterms:modified>
</cp:coreProperties>
</file>