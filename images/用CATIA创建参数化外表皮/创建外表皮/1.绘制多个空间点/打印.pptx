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068270E1-3099-0B06-70CA-AB8796414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562986" cy="4024945"/>
          </a:xfrm>
          <a:prstGeom prst="rect">
            <a:avLst/>
          </a:prstGeom>
        </p:spPr>
      </p:pic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40BC64DE-0FA2-DA32-5BA1-B8C7E0E15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828" y="0"/>
            <a:ext cx="4363335" cy="3483769"/>
          </a:xfrm>
          <a:prstGeom prst="rect">
            <a:avLst/>
          </a:prstGeom>
        </p:spPr>
      </p:pic>
      <p:pic>
        <p:nvPicPr>
          <p:cNvPr id="10" name="图片 9" descr="图形用户界面&#10;&#10;AI 生成的内容可能不正确。">
            <a:extLst>
              <a:ext uri="{FF2B5EF4-FFF2-40B4-BE49-F238E27FC236}">
                <a16:creationId xmlns:a16="http://schemas.microsoft.com/office/drawing/2014/main" id="{66367A2E-9663-876E-6A25-0F954E7DA9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704" y="3745485"/>
            <a:ext cx="3827552" cy="3112515"/>
          </a:xfrm>
          <a:prstGeom prst="rect">
            <a:avLst/>
          </a:prstGeom>
        </p:spPr>
      </p:pic>
      <p:pic>
        <p:nvPicPr>
          <p:cNvPr id="13" name="图片 12" descr="图形用户界面, 文本&#10;&#10;AI 生成的内容可能不正确。">
            <a:extLst>
              <a:ext uri="{FF2B5EF4-FFF2-40B4-BE49-F238E27FC236}">
                <a16:creationId xmlns:a16="http://schemas.microsoft.com/office/drawing/2014/main" id="{6AA8F2FA-D013-8AC6-8D9F-83BEB7789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612" y="3745485"/>
            <a:ext cx="3037367" cy="302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0FDCEAE8-1AA2-4A22-1B49-2B52B81EF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727" y="0"/>
            <a:ext cx="3486873" cy="3429000"/>
          </a:xfrm>
          <a:prstGeom prst="rect">
            <a:avLst/>
          </a:prstGeom>
        </p:spPr>
      </p:pic>
      <p:pic>
        <p:nvPicPr>
          <p:cNvPr id="6" name="图片 5" descr="图形用户界面, 文本&#10;&#10;AI 生成的内容可能不正确。">
            <a:extLst>
              <a:ext uri="{FF2B5EF4-FFF2-40B4-BE49-F238E27FC236}">
                <a16:creationId xmlns:a16="http://schemas.microsoft.com/office/drawing/2014/main" id="{0EAAC154-2C28-1576-950B-996B84174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091" y="0"/>
            <a:ext cx="4675910" cy="3429000"/>
          </a:xfrm>
          <a:prstGeom prst="rect">
            <a:avLst/>
          </a:prstGeom>
        </p:spPr>
      </p:pic>
      <p:pic>
        <p:nvPicPr>
          <p:cNvPr id="10" name="图片 9" descr="图形用户界面&#10;&#10;AI 生成的内容可能不正确。">
            <a:extLst>
              <a:ext uri="{FF2B5EF4-FFF2-40B4-BE49-F238E27FC236}">
                <a16:creationId xmlns:a16="http://schemas.microsoft.com/office/drawing/2014/main" id="{77FA03B8-08E7-9FFF-A670-FE27372082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727" y="3429779"/>
            <a:ext cx="3174450" cy="3428221"/>
          </a:xfrm>
          <a:prstGeom prst="rect">
            <a:avLst/>
          </a:prstGeom>
        </p:spPr>
      </p:pic>
      <p:pic>
        <p:nvPicPr>
          <p:cNvPr id="13" name="图片 12" descr="图形用户界面, 文本&#10;&#10;AI 生成的内容可能不正确。">
            <a:extLst>
              <a:ext uri="{FF2B5EF4-FFF2-40B4-BE49-F238E27FC236}">
                <a16:creationId xmlns:a16="http://schemas.microsoft.com/office/drawing/2014/main" id="{65BC3500-9F13-17E2-00A5-D0918778B9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256" y="3429000"/>
            <a:ext cx="2844744" cy="338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F661-A8F7-675F-C6B6-E5E8FED9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7DE53B6-BED6-B87D-E15B-2189BEE44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4699591" cy="3491665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76059664-1251-4465-5007-534DCF2C7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302" y="0"/>
            <a:ext cx="4908698" cy="3629879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47E722B-55D1-CB16-9D0D-B63197354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63878"/>
            <a:ext cx="4614531" cy="3394122"/>
          </a:xfrm>
          <a:prstGeom prst="rect">
            <a:avLst/>
          </a:prstGeom>
        </p:spPr>
      </p:pic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1126E712-8889-CBB6-9E0D-A765598F14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85" y="3629879"/>
            <a:ext cx="4347902" cy="322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36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1032-4383-2B85-651A-D264B6A3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44FC10E1-A484-F8DF-B406-D1CE7A479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92"/>
            <a:ext cx="2659032" cy="6789566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69B43F8D-DAC3-DF97-50EE-1BA8C4BDD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814" y="0"/>
            <a:ext cx="5068186" cy="3461432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DCF11D0-E8D7-8F91-0C51-E6E57F1DD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031" y="3785191"/>
            <a:ext cx="4513055" cy="3072809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CD8F6FB-4DB7-760C-56A9-EE92052D7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06" y="3461432"/>
            <a:ext cx="4943894" cy="339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14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C1F8A-1234-62C9-3C7D-F57889E2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BB0305DB-968F-374A-0E1F-0472B0343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6" y="1"/>
            <a:ext cx="5323232" cy="3816558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4B5C422-E046-82F2-01E1-B79D9476C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265" y="0"/>
            <a:ext cx="5312735" cy="3816559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78E069E-8C7B-791D-6B01-79B343C7F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7087"/>
            <a:ext cx="4221126" cy="3050913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4301CB3-B385-A5F6-E528-871EF406D1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642" y="3819666"/>
            <a:ext cx="4079358" cy="303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0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B225-22E5-F3B8-DE9B-F8ADB5B8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C3C683DB-D414-CA3B-71A1-D082C243B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57" y="2668772"/>
            <a:ext cx="5569143" cy="4189228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288BCEB5-3F7D-26A6-1EE6-4E1D68A1D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36" y="2668772"/>
            <a:ext cx="5344153" cy="418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7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17</cp:revision>
  <cp:lastPrinted>2026-01-27T02:13:03Z</cp:lastPrinted>
  <dcterms:created xsi:type="dcterms:W3CDTF">2026-01-27T02:03:15Z</dcterms:created>
  <dcterms:modified xsi:type="dcterms:W3CDTF">2026-01-27T02:19:12Z</dcterms:modified>
</cp:coreProperties>
</file>