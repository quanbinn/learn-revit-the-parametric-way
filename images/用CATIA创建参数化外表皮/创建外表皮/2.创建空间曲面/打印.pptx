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1EABCD7A-4A41-F2E7-4082-C0633B4AE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97823" cy="6858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9A3436A-9F24-690F-F587-088431BED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263" y="21411"/>
            <a:ext cx="3313586" cy="3407589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8CC2F227-AB89-DCE0-3E49-6418D6A06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945" y="0"/>
            <a:ext cx="4897055" cy="3636427"/>
          </a:xfrm>
          <a:prstGeom prst="rect">
            <a:avLst/>
          </a:prstGeom>
        </p:spPr>
      </p:pic>
      <p:pic>
        <p:nvPicPr>
          <p:cNvPr id="9" name="图片 8" descr="图片包含 文本&#10;&#10;AI 生成的内容可能不正确。">
            <a:extLst>
              <a:ext uri="{FF2B5EF4-FFF2-40B4-BE49-F238E27FC236}">
                <a16:creationId xmlns:a16="http://schemas.microsoft.com/office/drawing/2014/main" id="{C4F05890-36DA-E9CA-EA73-2C1332A1C7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997" y="3703267"/>
            <a:ext cx="3790950" cy="315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BBF37427-6B03-D173-48B4-688234F70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076352" cy="3533918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1BD9A1A3-208D-AC47-A73D-76BA93805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0"/>
            <a:ext cx="4762500" cy="3543527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7ADD4767-5A56-EE32-16A5-6BDE7DD7CA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3527"/>
            <a:ext cx="4401477" cy="331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20C4-05B7-FE4B-4BF7-DB12CA35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082F7C0E-A98F-8F36-32D3-B319B1A27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2663132" cy="6858000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BE48B8E-0D37-157F-1FA4-A09B64A49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937" y="-1"/>
            <a:ext cx="4847064" cy="3657601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C83FC19-59D4-5233-78BA-A4633E035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050" y="3581754"/>
            <a:ext cx="4552950" cy="327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1558-DA8C-BBBA-2538-47553135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0CCA164-2E4C-8574-FD21-3B2068DFE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010150" cy="3429629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BF46C9D-F008-0EC9-C907-BAFE8E4C9C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050" y="-1"/>
            <a:ext cx="1899941" cy="4210679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48A9B591-D680-1AA6-2231-0EF392432C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94" y="1"/>
            <a:ext cx="5303905" cy="3771900"/>
          </a:xfrm>
          <a:prstGeom prst="rect">
            <a:avLst/>
          </a:prstGeom>
        </p:spPr>
      </p:pic>
      <p:pic>
        <p:nvPicPr>
          <p:cNvPr id="9" name="图片 8" descr="图片包含 游戏机, 电脑&#10;&#10;AI 生成的内容可能不正确。">
            <a:extLst>
              <a:ext uri="{FF2B5EF4-FFF2-40B4-BE49-F238E27FC236}">
                <a16:creationId xmlns:a16="http://schemas.microsoft.com/office/drawing/2014/main" id="{1AF8CBF7-4D35-4DA6-0734-D061E93E3B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477" y="3562245"/>
            <a:ext cx="2238625" cy="329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1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宽屏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10</cp:revision>
  <cp:lastPrinted>2026-01-27T02:16:30Z</cp:lastPrinted>
  <dcterms:created xsi:type="dcterms:W3CDTF">2026-01-27T02:03:15Z</dcterms:created>
  <dcterms:modified xsi:type="dcterms:W3CDTF">2026-01-29T07:10:32Z</dcterms:modified>
</cp:coreProperties>
</file>