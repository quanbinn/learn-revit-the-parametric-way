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02" autoAdjust="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E29994F3-29BA-4C7F-F780-5C433F74D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80728" cy="3115081"/>
          </a:xfrm>
          <a:prstGeom prst="rect">
            <a:avLst/>
          </a:prstGeom>
        </p:spPr>
      </p:pic>
      <p:pic>
        <p:nvPicPr>
          <p:cNvPr id="5" name="图片 4" descr="图片包含 图表&#10;&#10;AI 生成的内容可能不正确。">
            <a:extLst>
              <a:ext uri="{FF2B5EF4-FFF2-40B4-BE49-F238E27FC236}">
                <a16:creationId xmlns:a16="http://schemas.microsoft.com/office/drawing/2014/main" id="{1C6F7E73-0AD5-B3D5-4852-F3582A396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38317"/>
            <a:ext cx="4631635" cy="3719683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3325A444-00EE-0817-A052-3EE4B32AF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21" y="0"/>
            <a:ext cx="1685829" cy="6805754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787031E-1639-DF27-3D23-9362F4F5B1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815" y="0"/>
            <a:ext cx="3713185" cy="1943100"/>
          </a:xfrm>
          <a:prstGeom prst="rect">
            <a:avLst/>
          </a:prstGeom>
        </p:spPr>
      </p:pic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8F74FDF3-22B1-3175-5CB4-85B752B52D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5810" y="2495805"/>
            <a:ext cx="2076190" cy="4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FDCC6A7F-485B-2CB8-3D17-637A5A5CC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33550" cy="6902488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DC9B261-692E-C11D-1384-0CA9705AC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581" y="0"/>
            <a:ext cx="4884522" cy="3590507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F133B84-84C0-96F2-FD1D-02781A9B7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143" y="57150"/>
            <a:ext cx="3780952" cy="6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20C4-05B7-FE4B-4BF7-DB12CA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FCE85AC6-BEAC-0575-F054-CC7F341F8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06700" cy="325755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2845EC12-A586-E750-3B59-41492643F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7550"/>
            <a:ext cx="4362591" cy="3600451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28371938-1DB3-85B9-16E4-5E701E583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411" y="0"/>
            <a:ext cx="4104033" cy="3429000"/>
          </a:xfrm>
          <a:prstGeom prst="rect">
            <a:avLst/>
          </a:prstGeom>
        </p:spPr>
      </p:pic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F1A5D758-11BF-8613-6382-8CB379E7F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857" y="3429000"/>
            <a:ext cx="414958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1558-DA8C-BBBA-2538-47553135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780357AF-7708-2B78-88F3-932D89EEE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6700"/>
            <a:ext cx="4112316" cy="3429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E55452A8-66CD-EAA9-1EC7-5C3D34A39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1714"/>
            <a:ext cx="4112316" cy="3406286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4ADBEB8A-D57E-E0A8-ABA2-9287AC1D1F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643" y="0"/>
            <a:ext cx="4152208" cy="3429000"/>
          </a:xfrm>
          <a:prstGeom prst="rect">
            <a:avLst/>
          </a:prstGeom>
        </p:spPr>
      </p:pic>
      <p:pic>
        <p:nvPicPr>
          <p:cNvPr id="9" name="图片 8" descr="电脑萤幕画面&#10;&#10;AI 生成的内容可能不正确。">
            <a:extLst>
              <a:ext uri="{FF2B5EF4-FFF2-40B4-BE49-F238E27FC236}">
                <a16:creationId xmlns:a16="http://schemas.microsoft.com/office/drawing/2014/main" id="{58F33534-65D6-7019-7328-E55904087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543440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B9915-58E0-C2A7-803C-07EF625D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00670149-D132-B795-6C14-5CDCBCE9B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3000" cy="3302000"/>
          </a:xfrm>
          <a:prstGeom prst="rect">
            <a:avLst/>
          </a:prstGeom>
        </p:spPr>
      </p:pic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CE9B0244-AADF-0487-AAFC-70EBE4F40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5161055" cy="3429000"/>
          </a:xfrm>
          <a:prstGeom prst="rect">
            <a:avLst/>
          </a:prstGeom>
        </p:spPr>
      </p:pic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38DCFD5E-8C3F-BC86-20D9-B2B0EC8E6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063" y="0"/>
            <a:ext cx="4983844" cy="3057100"/>
          </a:xfrm>
          <a:prstGeom prst="rect">
            <a:avLst/>
          </a:prstGeom>
        </p:spPr>
      </p:pic>
      <p:pic>
        <p:nvPicPr>
          <p:cNvPr id="9" name="图片 8" descr="图表&#10;&#10;AI 生成的内容可能不正确。">
            <a:extLst>
              <a:ext uri="{FF2B5EF4-FFF2-40B4-BE49-F238E27FC236}">
                <a16:creationId xmlns:a16="http://schemas.microsoft.com/office/drawing/2014/main" id="{652DFC69-128E-0EAD-7665-EBEF62AEC3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3362129"/>
            <a:ext cx="2987679" cy="349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5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0869-41F0-9B82-0F00-73FCECE2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B4F6E819-02DB-2E23-A6C0-E8059A8E1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95046" cy="3610871"/>
          </a:xfrm>
          <a:prstGeom prst="rect">
            <a:avLst/>
          </a:prstGeom>
        </p:spPr>
      </p:pic>
      <p:pic>
        <p:nvPicPr>
          <p:cNvPr id="5" name="图片 4" descr="图表, 图示&#10;&#10;AI 生成的内容可能不正确。">
            <a:extLst>
              <a:ext uri="{FF2B5EF4-FFF2-40B4-BE49-F238E27FC236}">
                <a16:creationId xmlns:a16="http://schemas.microsoft.com/office/drawing/2014/main" id="{A607F38D-1530-E147-3462-932DBB253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4" y="3610871"/>
            <a:ext cx="3651738" cy="3164840"/>
          </a:xfrm>
          <a:prstGeom prst="rect">
            <a:avLst/>
          </a:prstGeom>
        </p:spPr>
      </p:pic>
      <p:pic>
        <p:nvPicPr>
          <p:cNvPr id="7" name="图片 6" descr="日历&#10;&#10;AI 生成的内容可能不正确。">
            <a:extLst>
              <a:ext uri="{FF2B5EF4-FFF2-40B4-BE49-F238E27FC236}">
                <a16:creationId xmlns:a16="http://schemas.microsoft.com/office/drawing/2014/main" id="{65559413-B577-8BB2-80A7-27FBBC38E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956" y="-100873"/>
            <a:ext cx="4351709" cy="701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3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BB662884-1AC6-D052-9D9B-C8914ED12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04149" cy="4351338"/>
          </a:xfr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13F33080-8A1C-7778-CEF9-135B0C097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791" y="0"/>
            <a:ext cx="4635747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9AD45-59E6-8A72-6AE4-7CF4C983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形用户界面&#10;&#10;AI 生成的内容可能不正确。">
            <a:extLst>
              <a:ext uri="{FF2B5EF4-FFF2-40B4-BE49-F238E27FC236}">
                <a16:creationId xmlns:a16="http://schemas.microsoft.com/office/drawing/2014/main" id="{DDB36775-4255-C7F3-41CC-EA53EF542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86787" cy="4351338"/>
          </a:xfr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16744C72-55BA-9728-9BFC-88AD9B894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41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12</cp:revision>
  <cp:lastPrinted>2026-01-27T02:16:30Z</cp:lastPrinted>
  <dcterms:created xsi:type="dcterms:W3CDTF">2026-01-27T02:03:15Z</dcterms:created>
  <dcterms:modified xsi:type="dcterms:W3CDTF">2026-01-29T07:43:43Z</dcterms:modified>
</cp:coreProperties>
</file>