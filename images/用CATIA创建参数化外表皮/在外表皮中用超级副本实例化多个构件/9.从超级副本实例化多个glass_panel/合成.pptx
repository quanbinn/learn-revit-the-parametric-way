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5C76203B-33E1-DA9E-3194-AC024A8F1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086556" cy="4191000"/>
          </a:xfrm>
          <a:prstGeom prst="rect">
            <a:avLst/>
          </a:prstGeom>
        </p:spPr>
      </p:pic>
      <p:pic>
        <p:nvPicPr>
          <p:cNvPr id="5" name="图片 4" descr="图片包含 图表&#10;&#10;AI 生成的内容可能不正确。">
            <a:extLst>
              <a:ext uri="{FF2B5EF4-FFF2-40B4-BE49-F238E27FC236}">
                <a16:creationId xmlns:a16="http://schemas.microsoft.com/office/drawing/2014/main" id="{B2D6F154-471A-FE7C-A9E7-72977A9A3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181" y="0"/>
            <a:ext cx="5218504" cy="4191000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4D0EE010-96EB-1FAC-DBCF-32FEC81CC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6309" y="0"/>
            <a:ext cx="1765691" cy="71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2921F9E-A663-8291-E418-8EF742A2F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22009" cy="1895388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D7088598-A0AE-F13B-75DD-C82505F20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09" y="0"/>
            <a:ext cx="2076190" cy="4076190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278751F8-6F72-AA97-06D8-8C8FF6744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1561905" cy="6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6192B00-BE7F-376B-D4A0-432F4A8EA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48450" cy="4887133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FD82BBB-0495-7F11-54ED-DD331F4E3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048" y="0"/>
            <a:ext cx="3780952" cy="6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2D2-A92E-FE5D-AE65-5E38B2AF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46AFB24C-ED40-30EA-F8C6-A14EDC3F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086350" cy="4241186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4384AD6-1660-5822-1389-3DFF27D4E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047" y="0"/>
            <a:ext cx="5862951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8DF8-54F0-F108-6D81-1570D7E1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2276D456-E854-F0FC-3F60-623D4FAB5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9239" cy="40767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96E32DA6-6346-3157-D738-C57CFF556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856" y="0"/>
            <a:ext cx="5256144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9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290EB-32DA-5455-F314-C5CC11E0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6AC64114-1F01-9950-5A30-D4333B7E1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614931" cy="38481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783A672C-ABC9-A40E-D8DB-0907C45ED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930" y="0"/>
            <a:ext cx="4614931" cy="3822609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540AC828-4632-93F8-757B-D0CC0BDDAE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285" y="3848100"/>
            <a:ext cx="364471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6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A1FB-552E-B796-B66F-A214FCDB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5D22AED4-E2DC-E984-46BE-DE9961CF7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34408" cy="3429000"/>
          </a:xfrm>
          <a:prstGeom prst="rect">
            <a:avLst/>
          </a:prstGeom>
        </p:spPr>
      </p:pic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75E0EF7D-3CD7-8BFB-CC7C-8548A5D23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4" y="0"/>
            <a:ext cx="5400675" cy="3600450"/>
          </a:xfrm>
          <a:prstGeom prst="rect">
            <a:avLst/>
          </a:prstGeom>
        </p:spPr>
      </p:pic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896B355A-64C3-D55E-7D54-579FFE495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648" y="3600450"/>
            <a:ext cx="4903001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9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A44C-F389-48C5-1BFE-E652844F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CFD41304-8E36-11E1-607C-90329EF15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05550" cy="3867838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DAD49453-5B2C-BBEF-6141-058EB3A4F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106" y="3867837"/>
            <a:ext cx="2541529" cy="2973833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CFB8DFBC-A14E-70B7-9223-B04414E8D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420" y="-16328"/>
            <a:ext cx="4818796" cy="3286100"/>
          </a:xfrm>
          <a:prstGeom prst="rect">
            <a:avLst/>
          </a:prstGeom>
        </p:spPr>
      </p:pic>
      <p:pic>
        <p:nvPicPr>
          <p:cNvPr id="9" name="图片 8" descr="图表, 图示&#10;&#10;AI 生成的内容可能不正确。">
            <a:extLst>
              <a:ext uri="{FF2B5EF4-FFF2-40B4-BE49-F238E27FC236}">
                <a16:creationId xmlns:a16="http://schemas.microsoft.com/office/drawing/2014/main" id="{C19FC018-F891-F7B2-7856-69CDA26F0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578" y="3269772"/>
            <a:ext cx="4121422" cy="357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F42C-23F2-8BD8-B9CA-E9AB2099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日历&#10;&#10;AI 生成的内容可能不正确。">
            <a:extLst>
              <a:ext uri="{FF2B5EF4-FFF2-40B4-BE49-F238E27FC236}">
                <a16:creationId xmlns:a16="http://schemas.microsoft.com/office/drawing/2014/main" id="{4A617DBF-5695-7BF1-4F12-C810D00FB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5727" cy="3429000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C9CE5FB4-31DB-FDB7-FF07-B12CAE39B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973" y="0"/>
            <a:ext cx="5292811" cy="4895850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47906F94-DD8A-3318-D504-6E602101D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825" y="0"/>
            <a:ext cx="45571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9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2998-C86D-04DF-21E9-33343912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523B5C98-D6B8-C3CC-4B89-1A6E2AE3D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48200" cy="4507877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48AFCD5-5926-FCB2-79F7-9E22B7EF7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0"/>
            <a:ext cx="5181600" cy="539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12</cp:revision>
  <dcterms:created xsi:type="dcterms:W3CDTF">2026-02-01T10:06:19Z</dcterms:created>
  <dcterms:modified xsi:type="dcterms:W3CDTF">2026-02-01T10:43:03Z</dcterms:modified>
</cp:coreProperties>
</file>