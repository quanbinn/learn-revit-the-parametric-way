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7B9A72FD-56F6-746A-8241-27AA71186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33550" cy="69130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73C6571-6335-691C-59D7-B1FF8A544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477" y="514350"/>
            <a:ext cx="4196751" cy="2400300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6E55D566-8508-0790-5A3F-826F5D89B9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570" y="0"/>
            <a:ext cx="3898929" cy="433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FFD54E3C-34EE-2A3C-3860-D04C5609E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76400" cy="6852286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A92EF8E-FFE7-0AD0-AF31-D54BBEE14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949" y="0"/>
            <a:ext cx="5076000" cy="3429000"/>
          </a:xfrm>
          <a:prstGeom prst="rect">
            <a:avLst/>
          </a:prstGeom>
        </p:spPr>
      </p:pic>
      <p:pic>
        <p:nvPicPr>
          <p:cNvPr id="7" name="图片 6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E771E3AC-ED6D-0869-5464-8DC51EC71F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037" y="0"/>
            <a:ext cx="5093964" cy="685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20C4-05B7-FE4B-4BF7-DB12CA35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6D048E12-E64A-340A-D209-26AF4C7AB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013759" cy="5143764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81F41F06-6332-A77C-9521-2967B4DE0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20109" cy="514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1558-DA8C-BBBA-2538-47553135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3B7AAA30-4A39-0F08-DB11-92DC8C5A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913533" cy="342900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874A7637-99C5-DB68-455B-5BE449B18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8999"/>
            <a:ext cx="3925957" cy="3429000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A950ED39-E293-EB7A-1EAD-55CACCD2A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957" y="0"/>
            <a:ext cx="4602043" cy="346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B9915-58E0-C2A7-803C-07EF625D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0C220B54-573E-8672-E4C4-92B5D193E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787590" cy="3620098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0BF23457-76FF-15E3-C3EB-EC2FFA032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0098"/>
            <a:ext cx="4841651" cy="3237902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0A57FCCE-E5C1-5407-4AD8-61D48CE3A3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384" y="0"/>
            <a:ext cx="565161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52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11</cp:revision>
  <cp:lastPrinted>2026-01-27T02:16:30Z</cp:lastPrinted>
  <dcterms:created xsi:type="dcterms:W3CDTF">2026-01-27T02:03:15Z</dcterms:created>
  <dcterms:modified xsi:type="dcterms:W3CDTF">2026-01-29T07:56:06Z</dcterms:modified>
</cp:coreProperties>
</file>