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5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2D2-A92E-FE5D-AE65-5E38B2AF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56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2026-02-01T10:06:19Z</dcterms:created>
  <dcterms:modified xsi:type="dcterms:W3CDTF">2026-02-01T10:06:37Z</dcterms:modified>
</cp:coreProperties>
</file>