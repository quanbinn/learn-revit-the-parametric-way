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C91F6CF2-1934-0256-4B98-8451E25F4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85708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BD5C7EF-0E13-7148-5707-3890EBEF0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55" y="0"/>
            <a:ext cx="3969545" cy="3016285"/>
          </a:xfrm>
          <a:prstGeom prst="rect">
            <a:avLst/>
          </a:prstGeom>
        </p:spPr>
      </p:pic>
      <p:pic>
        <p:nvPicPr>
          <p:cNvPr id="7" name="图片 6" descr="图片包含 箭头&#10;&#10;AI 生成的内容可能不正确。">
            <a:extLst>
              <a:ext uri="{FF2B5EF4-FFF2-40B4-BE49-F238E27FC236}">
                <a16:creationId xmlns:a16="http://schemas.microsoft.com/office/drawing/2014/main" id="{4FF727E8-8A94-0E3B-4AC4-7982358F4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168" y="0"/>
            <a:ext cx="2123589" cy="3162300"/>
          </a:xfrm>
          <a:prstGeom prst="rect">
            <a:avLst/>
          </a:prstGeom>
        </p:spPr>
      </p:pic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BDC6D437-0DDD-BEF2-01DE-A06ADDE6D9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993" y="0"/>
            <a:ext cx="1685708" cy="674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AA505875-D41A-83AA-B9AE-2CE269A1D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6200"/>
            <a:ext cx="4204185" cy="33528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B559A429-4C4A-FE87-4B1C-FA821D6D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0" y="-1"/>
            <a:ext cx="7429500" cy="63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3190055-EA6C-B87C-EA3C-53417CB2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769001" cy="2952861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332AE23-B75B-80D8-3E77-ED7DC2C23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5139"/>
            <a:ext cx="4795133" cy="2952861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8C35DA1-49FA-CC4B-7A54-0AA7670F3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04" y="1"/>
            <a:ext cx="5478296" cy="3295650"/>
          </a:xfrm>
          <a:prstGeom prst="rect">
            <a:avLst/>
          </a:prstGeom>
        </p:spPr>
      </p:pic>
      <p:pic>
        <p:nvPicPr>
          <p:cNvPr id="9" name="图片 8" descr="电脑萤幕画面&#10;&#10;AI 生成的内容可能不正确。">
            <a:extLst>
              <a:ext uri="{FF2B5EF4-FFF2-40B4-BE49-F238E27FC236}">
                <a16:creationId xmlns:a16="http://schemas.microsoft.com/office/drawing/2014/main" id="{097E0879-93EF-8250-F26A-77C5271DDE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704" y="3542062"/>
            <a:ext cx="5478296" cy="331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558-DA8C-BBBA-2538-47553135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E781DF1C-6FE2-3E67-936E-718179709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819650" cy="3333031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88D5710C-73CB-658C-9AD0-AD9FC6C5E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8490"/>
            <a:ext cx="4819650" cy="3359510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594EE1B1-4E8B-A78C-CB55-89A3DC264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0" y="0"/>
            <a:ext cx="5048250" cy="3497805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2FEF69D-5EA4-8733-DFA8-F6478B523E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352" y="3510362"/>
            <a:ext cx="4819650" cy="334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B9915-58E0-C2A7-803C-07EF625D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43782D6-FCA9-ECCB-8D32-3E02F127C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676971" cy="3305528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5A472C3C-AC48-D737-8DCF-53EF0A8F5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52472"/>
            <a:ext cx="4693615" cy="3305528"/>
          </a:xfrm>
          <a:prstGeom prst="rect">
            <a:avLst/>
          </a:prstGeom>
        </p:spPr>
      </p:pic>
      <p:pic>
        <p:nvPicPr>
          <p:cNvPr id="7" name="图片 6" descr="电脑萤幕画面&#10;&#10;AI 生成的内容可能不正确。">
            <a:extLst>
              <a:ext uri="{FF2B5EF4-FFF2-40B4-BE49-F238E27FC236}">
                <a16:creationId xmlns:a16="http://schemas.microsoft.com/office/drawing/2014/main" id="{53AC0418-9189-C321-15CA-B5F6181E1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0"/>
            <a:ext cx="5105400" cy="365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85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0869-41F0-9B82-0F00-73FCECE26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349BC7F5-5A74-E1FD-1963-377296BA7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385511" cy="3086100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1A8D7FF3-7C30-17C0-7AC1-9C0BE3E2D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6314537" cy="3429000"/>
          </a:xfrm>
          <a:prstGeom prst="rect">
            <a:avLst/>
          </a:prstGeom>
        </p:spPr>
      </p:pic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2056EBBB-6CB9-3F6F-603D-7FF1F131D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537" y="152143"/>
            <a:ext cx="5950256" cy="499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335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10</cp:revision>
  <cp:lastPrinted>2026-01-27T02:16:30Z</cp:lastPrinted>
  <dcterms:created xsi:type="dcterms:W3CDTF">2026-01-27T02:03:15Z</dcterms:created>
  <dcterms:modified xsi:type="dcterms:W3CDTF">2026-01-29T07:37:21Z</dcterms:modified>
</cp:coreProperties>
</file>