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76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4D119A7-D27E-0AFD-33F4-4E4BBE786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99188" cy="685800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0D39F9A5-513C-0DA3-AE62-0D927CEBB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023" y="0"/>
            <a:ext cx="7503977" cy="3863513"/>
          </a:xfrm>
          <a:prstGeom prst="rect">
            <a:avLst/>
          </a:prstGeom>
        </p:spPr>
      </p:pic>
      <p:pic>
        <p:nvPicPr>
          <p:cNvPr id="7" name="图片 6" descr="图片包含 形状&#10;&#10;AI 生成的内容可能不正确。">
            <a:extLst>
              <a:ext uri="{FF2B5EF4-FFF2-40B4-BE49-F238E27FC236}">
                <a16:creationId xmlns:a16="http://schemas.microsoft.com/office/drawing/2014/main" id="{118B9206-3A14-C1E2-0006-AC27A6F829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811" y="3558428"/>
            <a:ext cx="6288189" cy="329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</cp:revision>
  <dcterms:created xsi:type="dcterms:W3CDTF">2026-02-01T10:06:19Z</dcterms:created>
  <dcterms:modified xsi:type="dcterms:W3CDTF">2026-02-01T10:30:04Z</dcterms:modified>
</cp:coreProperties>
</file>