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34" d="100"/>
          <a:sy n="34" d="100"/>
        </p:scale>
        <p:origin x="216" y="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BC66F1C-EB5D-31A5-1048-EBEBAF74921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EB7DFC57-C54C-BB1E-826C-21ACDB57C36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83590C4-AACF-BCAC-0316-9792279186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3F72FB-D13E-4768-B354-3F164D2282B8}" type="datetimeFigureOut">
              <a:rPr lang="zh-CN" altLang="en-US" smtClean="0"/>
              <a:t>2026/2/1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B003B2C-6BDD-351C-9441-94BFB48D74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69F83A5-2E60-6923-C811-FCDB3DB903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450FB2-5BA5-4D35-93D4-DD71359B8A8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90092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9122C17-0B38-DE5C-BCAB-954A53CC3F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70C2690-C9B1-74B1-9582-3677072ACB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929607A-40A6-C4EE-CE3A-768DE94720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3F72FB-D13E-4768-B354-3F164D2282B8}" type="datetimeFigureOut">
              <a:rPr lang="zh-CN" altLang="en-US" smtClean="0"/>
              <a:t>2026/2/1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7D3E557-8361-5B4A-4417-72EF407352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ADF01F6-A760-E494-0C5F-D8C52313EE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450FB2-5BA5-4D35-93D4-DD71359B8A8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922820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C0AED2E-DBE7-2DF0-9EBD-251336E8EE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18561C4-EE02-6B8F-7DEE-80ED050E4C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BD0EF02-9C0B-A98F-884E-A245977ECE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3F72FB-D13E-4768-B354-3F164D2282B8}" type="datetimeFigureOut">
              <a:rPr lang="zh-CN" altLang="en-US" smtClean="0"/>
              <a:t>2026/2/1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8BD57CE-7C20-83B3-1290-1B841BEC73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094FCEA-FEA2-4BBD-A6C4-D8FB7D4768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450FB2-5BA5-4D35-93D4-DD71359B8A8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955071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FEB34F2-BE1A-7F63-DBCA-A82E97C3DF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8D69D6E-30E2-FAF4-428D-BACA6852299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5E8F7C6A-8411-056B-5CA6-6C47F6EB616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DF19A1F-F0A5-839E-2822-7966DD2AB8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3F72FB-D13E-4768-B354-3F164D2282B8}" type="datetimeFigureOut">
              <a:rPr lang="zh-CN" altLang="en-US" smtClean="0"/>
              <a:t>2026/2/1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F712C899-52F4-0BBF-86D5-556AF1887A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0422FB9-E5E2-7129-5727-62E0527B23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450FB2-5BA5-4D35-93D4-DD71359B8A8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667638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BF73EEF-19BD-926F-F1B6-2D4187E35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48FB7B1-684B-6E65-1F9B-DE264CB677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B2DB084-8960-CD09-D4A4-E952C20472B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C2558E44-7712-F9E8-C448-45EA4C0C741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ACEB0E0D-F424-0D62-045F-FB1392D354D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F8DA9CF1-60F2-4B4F-ED74-35D3E420FC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3F72FB-D13E-4768-B354-3F164D2282B8}" type="datetimeFigureOut">
              <a:rPr lang="zh-CN" altLang="en-US" smtClean="0"/>
              <a:t>2026/2/1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2D9C2EB2-C0DE-19E1-9CBD-4D3D72224A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6355CAC1-D69E-5376-2BD9-93F5352C54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450FB2-5BA5-4D35-93D4-DD71359B8A8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997909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CA464FE-DC25-253A-A118-FC59C0E9E8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1E5D1D03-9D43-B44E-CE2B-E514272E77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3F72FB-D13E-4768-B354-3F164D2282B8}" type="datetimeFigureOut">
              <a:rPr lang="zh-CN" altLang="en-US" smtClean="0"/>
              <a:t>2026/2/1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A4EBBD66-4432-F2E3-63C3-F9A4110109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2E4EBB78-9E4A-263E-9E12-D3E7E83BB7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450FB2-5BA5-4D35-93D4-DD71359B8A8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956365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800DC655-D9DB-EE6A-62AF-CA1F780E79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3F72FB-D13E-4768-B354-3F164D2282B8}" type="datetimeFigureOut">
              <a:rPr lang="zh-CN" altLang="en-US" smtClean="0"/>
              <a:t>2026/2/1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C1ADCD7F-1951-0167-B924-68A5F5CE75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3ED50E8-EB46-E606-C072-2CCB58F23A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450FB2-5BA5-4D35-93D4-DD71359B8A8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011649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AD86281-0E8E-E8EF-565B-40E93C625E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3B56F6A-6FEE-21DC-A85C-DA7438177F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2E27E071-857D-3255-A378-AF6E77046F7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58698530-5866-362A-646E-430D549CD1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3F72FB-D13E-4768-B354-3F164D2282B8}" type="datetimeFigureOut">
              <a:rPr lang="zh-CN" altLang="en-US" smtClean="0"/>
              <a:t>2026/2/1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31C4488B-19CE-2C79-6952-D0187979C9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0AC17F6D-F2EF-C136-DA4F-9A1BF5E114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450FB2-5BA5-4D35-93D4-DD71359B8A8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454004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D2D7378-4671-308E-AD85-CB4A655950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27E70C99-AE51-8E8D-4725-2A8133A9F0C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5EB66F5C-D040-6A72-F90B-3B4AB4CDAA5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BD8EE2A-92BD-5AB0-FEB4-D25EE0D7FB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3F72FB-D13E-4768-B354-3F164D2282B8}" type="datetimeFigureOut">
              <a:rPr lang="zh-CN" altLang="en-US" smtClean="0"/>
              <a:t>2026/2/1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D765223-E6CB-AB7E-B431-AE39625E6C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8F4409D-3DF1-913B-3A03-5E27A23D01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450FB2-5BA5-4D35-93D4-DD71359B8A8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080876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E0D622D-40BF-80B9-F23C-2334A414E9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A407593A-7A76-35E6-0EC8-556E17E8D3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94452D8-A904-E6CC-7E92-57361C2BC1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3F72FB-D13E-4768-B354-3F164D2282B8}" type="datetimeFigureOut">
              <a:rPr lang="zh-CN" altLang="en-US" smtClean="0"/>
              <a:t>2026/2/1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520BDBF-AC93-56C2-4B0F-8966CD6015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B3C0466-E711-B7E2-E48E-C6BD70F189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450FB2-5BA5-4D35-93D4-DD71359B8A8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404674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582ADF1B-A719-9E1B-2B4C-98F726AF1CD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13E5F285-2846-57C9-AD22-A456D600C63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7CE224E-D769-91F6-EC68-794694805C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3F72FB-D13E-4768-B354-3F164D2282B8}" type="datetimeFigureOut">
              <a:rPr lang="zh-CN" altLang="en-US" smtClean="0"/>
              <a:t>2026/2/1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48F05A9-7C6C-11F1-E9D3-FDA68225F7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F755F12-AFCE-25FD-F716-4ACEDF1190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450FB2-5BA5-4D35-93D4-DD71359B8A8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118107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E876D0E6-05D6-58D5-1CC4-802540F82E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CA1601E-8007-853E-644E-7C37D3EEB1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475A9A8-2719-2F55-FBE0-9714D02C38E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B3F72FB-D13E-4768-B354-3F164D2282B8}" type="datetimeFigureOut">
              <a:rPr lang="zh-CN" altLang="en-US" smtClean="0"/>
              <a:t>2026/2/1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CD30AF6-9F31-0527-EDB5-2225CACD9C5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E697597-7BFE-2F74-2BF2-FA433B22C61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8450FB2-5BA5-4D35-93D4-DD71359B8A8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207125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图形用户界面&#10;&#10;AI 生成的内容可能不正确。">
            <a:extLst>
              <a:ext uri="{FF2B5EF4-FFF2-40B4-BE49-F238E27FC236}">
                <a16:creationId xmlns:a16="http://schemas.microsoft.com/office/drawing/2014/main" id="{F76E57DD-0300-3401-F014-EF0DDC0DAA8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2668448" cy="6858000"/>
          </a:xfrm>
          <a:prstGeom prst="rect">
            <a:avLst/>
          </a:prstGeom>
        </p:spPr>
      </p:pic>
      <p:pic>
        <p:nvPicPr>
          <p:cNvPr id="5" name="图片 4" descr="图形用户界面&#10;&#10;AI 生成的内容可能不正确。">
            <a:extLst>
              <a:ext uri="{FF2B5EF4-FFF2-40B4-BE49-F238E27FC236}">
                <a16:creationId xmlns:a16="http://schemas.microsoft.com/office/drawing/2014/main" id="{12CBF846-9D94-AA41-0C53-6F420CD153B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29665" y="0"/>
            <a:ext cx="7662334" cy="3238500"/>
          </a:xfrm>
          <a:prstGeom prst="rect">
            <a:avLst/>
          </a:prstGeom>
        </p:spPr>
      </p:pic>
      <p:pic>
        <p:nvPicPr>
          <p:cNvPr id="7" name="图片 6" descr="图形用户界面&#10;&#10;AI 生成的内容可能不正确。">
            <a:extLst>
              <a:ext uri="{FF2B5EF4-FFF2-40B4-BE49-F238E27FC236}">
                <a16:creationId xmlns:a16="http://schemas.microsoft.com/office/drawing/2014/main" id="{CCBFDA68-790D-7A86-6495-590DB0D42AE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86299" y="3764648"/>
            <a:ext cx="7505699" cy="30933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739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图形用户界面&#10;&#10;AI 生成的内容可能不正确。">
            <a:extLst>
              <a:ext uri="{FF2B5EF4-FFF2-40B4-BE49-F238E27FC236}">
                <a16:creationId xmlns:a16="http://schemas.microsoft.com/office/drawing/2014/main" id="{06D8C80D-7400-F69B-EAD1-A194A85062C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886700" cy="3103488"/>
          </a:xfrm>
          <a:prstGeom prst="rect">
            <a:avLst/>
          </a:prstGeom>
        </p:spPr>
      </p:pic>
      <p:pic>
        <p:nvPicPr>
          <p:cNvPr id="5" name="图片 4" descr="图形用户界面&#10;&#10;AI 生成的内容可能不正确。">
            <a:extLst>
              <a:ext uri="{FF2B5EF4-FFF2-40B4-BE49-F238E27FC236}">
                <a16:creationId xmlns:a16="http://schemas.microsoft.com/office/drawing/2014/main" id="{A4A06CCA-D3EF-C19D-D572-DD4A0C0C584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368915"/>
            <a:ext cx="7448550" cy="3489085"/>
          </a:xfrm>
          <a:prstGeom prst="rect">
            <a:avLst/>
          </a:prstGeom>
        </p:spPr>
      </p:pic>
      <p:pic>
        <p:nvPicPr>
          <p:cNvPr id="7" name="图片 6" descr="图形用户界面, 应用程序&#10;&#10;AI 生成的内容可能不正确。">
            <a:extLst>
              <a:ext uri="{FF2B5EF4-FFF2-40B4-BE49-F238E27FC236}">
                <a16:creationId xmlns:a16="http://schemas.microsoft.com/office/drawing/2014/main" id="{642ED593-1DFB-F29C-2C73-51E9B3C1D04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86850" y="17773"/>
            <a:ext cx="3105150" cy="67977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87973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31C7EF-0790-52B6-1401-352130AA3D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图形用户界面&#10;&#10;AI 生成的内容可能不正确。">
            <a:extLst>
              <a:ext uri="{FF2B5EF4-FFF2-40B4-BE49-F238E27FC236}">
                <a16:creationId xmlns:a16="http://schemas.microsoft.com/office/drawing/2014/main" id="{DE122706-04FD-E10F-7EF1-54DDD2C8562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6419850" cy="2677214"/>
          </a:xfrm>
          <a:prstGeom prst="rect">
            <a:avLst/>
          </a:prstGeom>
        </p:spPr>
      </p:pic>
      <p:pic>
        <p:nvPicPr>
          <p:cNvPr id="5" name="图片 4" descr="图标&#10;&#10;AI 生成的内容可能不正确。">
            <a:extLst>
              <a:ext uri="{FF2B5EF4-FFF2-40B4-BE49-F238E27FC236}">
                <a16:creationId xmlns:a16="http://schemas.microsoft.com/office/drawing/2014/main" id="{132DA850-F851-C090-0674-A986E455D54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6560" y="4180787"/>
            <a:ext cx="6636410" cy="26772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87861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7D72D2-A92E-FE5D-AE65-5E38B2AF34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图形用户界面, 图标&#10;&#10;AI 生成的内容可能不正确。">
            <a:extLst>
              <a:ext uri="{FF2B5EF4-FFF2-40B4-BE49-F238E27FC236}">
                <a16:creationId xmlns:a16="http://schemas.microsoft.com/office/drawing/2014/main" id="{DBBD4DE0-F735-3554-D163-82912AE4670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620000" cy="3207874"/>
          </a:xfrm>
          <a:prstGeom prst="rect">
            <a:avLst/>
          </a:prstGeom>
        </p:spPr>
      </p:pic>
      <p:pic>
        <p:nvPicPr>
          <p:cNvPr id="5" name="图片 4" descr="图形用户界面&#10;&#10;AI 生成的内容可能不正确。">
            <a:extLst>
              <a:ext uri="{FF2B5EF4-FFF2-40B4-BE49-F238E27FC236}">
                <a16:creationId xmlns:a16="http://schemas.microsoft.com/office/drawing/2014/main" id="{8587E66A-D4D5-77DF-2C67-88C5B7C2E5E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350886"/>
            <a:ext cx="7620000" cy="3507113"/>
          </a:xfrm>
          <a:prstGeom prst="rect">
            <a:avLst/>
          </a:prstGeom>
        </p:spPr>
      </p:pic>
      <p:pic>
        <p:nvPicPr>
          <p:cNvPr id="7" name="图片 6" descr="图形用户界面, 应用程序, 电子邮件&#10;&#10;AI 生成的内容可能不正确。">
            <a:extLst>
              <a:ext uri="{FF2B5EF4-FFF2-40B4-BE49-F238E27FC236}">
                <a16:creationId xmlns:a16="http://schemas.microsoft.com/office/drawing/2014/main" id="{21ADE536-0540-5ABD-2C3C-1A594188B2D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53500" y="0"/>
            <a:ext cx="3238500" cy="69214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45600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内容占位符 4" descr="图形用户界面&#10;&#10;AI 生成的内容可能不正确。">
            <a:extLst>
              <a:ext uri="{FF2B5EF4-FFF2-40B4-BE49-F238E27FC236}">
                <a16:creationId xmlns:a16="http://schemas.microsoft.com/office/drawing/2014/main" id="{E4AA68A0-320B-488E-E6FB-C9DD2D86063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9050" y="0"/>
            <a:ext cx="5632651" cy="2743200"/>
          </a:xfrm>
        </p:spPr>
      </p:pic>
      <p:pic>
        <p:nvPicPr>
          <p:cNvPr id="7" name="图片 6" descr="图片包含 图形用户界面&#10;&#10;AI 生成的内容可能不正确。">
            <a:extLst>
              <a:ext uri="{FF2B5EF4-FFF2-40B4-BE49-F238E27FC236}">
                <a16:creationId xmlns:a16="http://schemas.microsoft.com/office/drawing/2014/main" id="{E554B59A-10D7-059B-611F-F68B26A6889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9050" y="3429000"/>
            <a:ext cx="5637770" cy="3429000"/>
          </a:xfrm>
          <a:prstGeom prst="rect">
            <a:avLst/>
          </a:prstGeom>
        </p:spPr>
      </p:pic>
      <p:pic>
        <p:nvPicPr>
          <p:cNvPr id="9" name="图片 8" descr="图片包含 图形用户界面&#10;&#10;AI 生成的内容可能不正确。">
            <a:extLst>
              <a:ext uri="{FF2B5EF4-FFF2-40B4-BE49-F238E27FC236}">
                <a16:creationId xmlns:a16="http://schemas.microsoft.com/office/drawing/2014/main" id="{3F74C303-06E0-BBC9-FCA8-69DF89A14E4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3165578"/>
            <a:ext cx="6115050" cy="36924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301007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0</Words>
  <Application>Microsoft Office PowerPoint</Application>
  <PresentationFormat>宽屏</PresentationFormat>
  <Paragraphs>0</Paragraphs>
  <Slides>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</vt:i4>
      </vt:variant>
    </vt:vector>
  </HeadingPairs>
  <TitlesOfParts>
    <vt:vector size="9" baseType="lpstr">
      <vt:lpstr>等线</vt:lpstr>
      <vt:lpstr>等线 Light</vt:lpstr>
      <vt:lpstr>Arial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Administrator</dc:creator>
  <cp:lastModifiedBy>Administrator</cp:lastModifiedBy>
  <cp:revision>9</cp:revision>
  <dcterms:created xsi:type="dcterms:W3CDTF">2026-02-01T10:06:19Z</dcterms:created>
  <dcterms:modified xsi:type="dcterms:W3CDTF">2026-02-01T10:34:05Z</dcterms:modified>
</cp:coreProperties>
</file>