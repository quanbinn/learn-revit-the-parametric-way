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7B67AC3D-8D1B-70CE-C92F-85F9F7558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29600" cy="3575039"/>
          </a:xfrm>
          <a:prstGeom prst="rect">
            <a:avLst/>
          </a:prstGeom>
        </p:spPr>
      </p:pic>
      <p:pic>
        <p:nvPicPr>
          <p:cNvPr id="5" name="图片 4" descr="图片包含 图表&#10;&#10;AI 生成的内容可能不正确。">
            <a:extLst>
              <a:ext uri="{FF2B5EF4-FFF2-40B4-BE49-F238E27FC236}">
                <a16:creationId xmlns:a16="http://schemas.microsoft.com/office/drawing/2014/main" id="{B04D311C-457F-526C-DF22-3410F4163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13014"/>
            <a:ext cx="6096000" cy="334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AI 生成的内容可能不正确。">
            <a:extLst>
              <a:ext uri="{FF2B5EF4-FFF2-40B4-BE49-F238E27FC236}">
                <a16:creationId xmlns:a16="http://schemas.microsoft.com/office/drawing/2014/main" id="{4AEA19EC-9611-746A-8588-996DF37D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698509" cy="342899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6320576B-8E91-9BBF-5B47-790CA733C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26" y="0"/>
            <a:ext cx="4829074" cy="3428998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3945EC0C-40EE-C6B4-6BD3-2D5A86ADC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55471"/>
            <a:ext cx="8458199" cy="29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2026-02-01T10:37:55Z</dcterms:modified>
</cp:coreProperties>
</file>