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C6383A2E-8346-264A-116A-DB0EB0A19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47709" cy="6858000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5884EC6-BD77-1A77-8AFF-346E5DB47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424" y="1"/>
            <a:ext cx="6755764" cy="3266966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145651D-A102-8B77-0E79-1096A0B158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424" y="3284814"/>
            <a:ext cx="7006636" cy="357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723F0741-20EE-49DC-E4CF-6965E1077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6624206" cy="3429000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7DA41D9D-C96D-3B30-A942-B44F662C2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28967"/>
            <a:ext cx="6536002" cy="3222702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5A1E2C00-3BD1-8274-AA3C-01A909F07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9395" y="0"/>
            <a:ext cx="3092605" cy="687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C7EF-0790-52B6-1401-352130AA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6CB38DAC-F1E9-FEF5-71B2-010AB60A7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59805" cy="4311646"/>
          </a:xfrm>
          <a:prstGeom prst="rect">
            <a:avLst/>
          </a:prstGeom>
        </p:spPr>
      </p:pic>
      <p:pic>
        <p:nvPicPr>
          <p:cNvPr id="5" name="图片 4" descr="图片包含 背景图案&#10;&#10;AI 生成的内容可能不正确。">
            <a:extLst>
              <a:ext uri="{FF2B5EF4-FFF2-40B4-BE49-F238E27FC236}">
                <a16:creationId xmlns:a16="http://schemas.microsoft.com/office/drawing/2014/main" id="{E7CB4A06-1595-C054-2748-625A08BA5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381" y="0"/>
            <a:ext cx="3647619" cy="4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86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6</cp:revision>
  <dcterms:created xsi:type="dcterms:W3CDTF">2026-02-01T10:06:19Z</dcterms:created>
  <dcterms:modified xsi:type="dcterms:W3CDTF">2026-02-01T10:29:19Z</dcterms:modified>
</cp:coreProperties>
</file>