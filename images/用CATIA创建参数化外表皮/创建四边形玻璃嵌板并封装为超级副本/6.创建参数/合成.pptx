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2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05A59A88-2173-772F-C485-DC246B776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0"/>
            <a:ext cx="1695450" cy="6872226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FE4CC9E6-CFC7-CE82-13C9-9490F6E2B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4867163" cy="3257550"/>
          </a:xfrm>
          <a:prstGeom prst="rect">
            <a:avLst/>
          </a:prstGeom>
        </p:spPr>
      </p:pic>
      <p:pic>
        <p:nvPicPr>
          <p:cNvPr id="7" name="图片 6" descr="图形用户界面, 文本, 应用程序, 表格&#10;&#10;AI 生成的内容可能不正确。">
            <a:extLst>
              <a:ext uri="{FF2B5EF4-FFF2-40B4-BE49-F238E27FC236}">
                <a16:creationId xmlns:a16="http://schemas.microsoft.com/office/drawing/2014/main" id="{7856FDF4-C4F3-52DB-402F-DB0FFC7D0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370" y="3257551"/>
            <a:ext cx="6426128" cy="358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6E0E90C0-743B-E1FF-59EF-55A3288AF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096000" cy="4050632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C850324D-F5EB-5992-1F06-67732A86B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866" y="-7018"/>
            <a:ext cx="6116133" cy="4050632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354A68E-8A9C-1D74-1DD8-30FA7C604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00" y="4021798"/>
            <a:ext cx="5066921" cy="283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5</cp:revision>
  <dcterms:created xsi:type="dcterms:W3CDTF">2026-02-01T10:06:19Z</dcterms:created>
  <dcterms:modified xsi:type="dcterms:W3CDTF">2026-02-01T10:35:12Z</dcterms:modified>
</cp:coreProperties>
</file>