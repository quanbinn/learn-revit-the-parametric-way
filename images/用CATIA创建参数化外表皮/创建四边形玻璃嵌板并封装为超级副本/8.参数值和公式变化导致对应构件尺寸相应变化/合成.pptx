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4" d="100"/>
          <a:sy n="34" d="100"/>
        </p:scale>
        <p:origin x="21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66F1C-EB5D-31A5-1048-EBEBAF7492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7DFC57-C54C-BB1E-826C-21ACDB57C3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3590C4-AACF-BCAC-0316-979227918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003B2C-6BDD-351C-9441-94BFB48D7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9F83A5-2E60-6923-C811-FCDB3DB90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09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122C17-0B38-DE5C-BCAB-954A53CC3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0C2690-C9B1-74B1-9582-3677072AC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29607A-40A6-C4EE-CE3A-768DE9472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D3E557-8361-5B4A-4417-72EF40735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DF01F6-A760-E494-0C5F-D8C52313E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282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0AED2E-DBE7-2DF0-9EBD-251336E8E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8561C4-EE02-6B8F-7DEE-80ED050E4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D0EF02-9C0B-A98F-884E-A245977EC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BD57CE-7C20-83B3-1290-1B841BEC7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94FCEA-FEA2-4BBD-A6C4-D8FB7D476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507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EB34F2-BE1A-7F63-DBCA-A82E97C3D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D69D6E-30E2-FAF4-428D-BACA685229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8F7C6A-8411-056B-5CA6-6C47F6EB6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F19A1F-F0A5-839E-2822-7966DD2AB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12C899-52F4-0BBF-86D5-556AF1887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422FB9-E5E2-7129-5727-62E0527B2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763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73EEF-19BD-926F-F1B6-2D4187E35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8FB7B1-684B-6E65-1F9B-DE264CB67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2DB084-8960-CD09-D4A4-E952C2047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2558E44-7712-F9E8-C448-45EA4C0C74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CEB0E0D-F424-0D62-045F-FB1392D354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8DA9CF1-60F2-4B4F-ED74-35D3E420F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D9C2EB2-C0DE-19E1-9CBD-4D3D72224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355CAC1-D69E-5376-2BD9-93F5352C5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790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A464FE-DC25-253A-A118-FC59C0E9E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5D1D03-9D43-B44E-CE2B-E514272E7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EBBD66-4432-F2E3-63C3-F9A411010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E4EBB78-9E4A-263E-9E12-D3E7E83BB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636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00DC655-D9DB-EE6A-62AF-CA1F780E7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ADCD7F-1951-0167-B924-68A5F5CE7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ED50E8-EB46-E606-C072-2CCB58F23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164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D86281-0E8E-E8EF-565B-40E93C625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B56F6A-6FEE-21DC-A85C-DA7438177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27E071-857D-3255-A378-AF6E77046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698530-5866-362A-646E-430D549CD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C4488B-19CE-2C79-6952-D0187979C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C17F6D-F2EF-C136-DA4F-9A1BF5E11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5400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2D7378-4671-308E-AD85-CB4A65595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7E70C99-AE51-8E8D-4725-2A8133A9F0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B66F5C-D040-6A72-F90B-3B4AB4CDAA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D8EE2A-92BD-5AB0-FEB4-D25EE0D7F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765223-E6CB-AB7E-B431-AE39625E6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F4409D-3DF1-913B-3A03-5E27A23D0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087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0D622D-40BF-80B9-F23C-2334A414E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07593A-7A76-35E6-0EC8-556E17E8D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4452D8-A904-E6CC-7E92-57361C2BC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20BDBF-AC93-56C2-4B0F-8966CD601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3C0466-E711-B7E2-E48E-C6BD70F18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467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82ADF1B-A719-9E1B-2B4C-98F726AF1C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E5F285-2846-57C9-AD22-A456D600C6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CE224E-D769-91F6-EC68-794694805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8F05A9-7C6C-11F1-E9D3-FDA68225F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755F12-AFCE-25FD-F716-4ACEDF119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81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876D0E6-05D6-58D5-1CC4-802540F82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A1601E-8007-853E-644E-7C37D3EEB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5A9A8-2719-2F55-FBE0-9714D02C38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D30AF6-9F31-0527-EDB5-2225CACD9C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697597-7BFE-2F74-2BF2-FA433B22C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712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图形用户界面&#10;&#10;AI 生成的内容可能不正确。">
            <a:extLst>
              <a:ext uri="{FF2B5EF4-FFF2-40B4-BE49-F238E27FC236}">
                <a16:creationId xmlns:a16="http://schemas.microsoft.com/office/drawing/2014/main" id="{A92A9325-1021-4FCB-7D60-B388269FAD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371428" cy="3342857"/>
          </a:xfrm>
          <a:prstGeom prst="rect">
            <a:avLst/>
          </a:prstGeom>
        </p:spPr>
      </p:pic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511A29DC-5F9F-C867-5ECD-234C548353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43714"/>
            <a:ext cx="9295238" cy="33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3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表&#10;&#10;AI 生成的内容可能不正确。">
            <a:extLst>
              <a:ext uri="{FF2B5EF4-FFF2-40B4-BE49-F238E27FC236}">
                <a16:creationId xmlns:a16="http://schemas.microsoft.com/office/drawing/2014/main" id="{80C1594F-D0F9-FCBA-2EDD-3DCB14A296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001001" cy="3169751"/>
          </a:xfrm>
          <a:prstGeom prst="rect">
            <a:avLst/>
          </a:prstGeom>
        </p:spPr>
      </p:pic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7CF20637-5028-F405-1843-62F054BEE9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681845"/>
            <a:ext cx="8001000" cy="3176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797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1C7EF-0790-52B6-1401-352130AA3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电脑萤幕画面&#10;&#10;AI 生成的内容可能不正确。">
            <a:extLst>
              <a:ext uri="{FF2B5EF4-FFF2-40B4-BE49-F238E27FC236}">
                <a16:creationId xmlns:a16="http://schemas.microsoft.com/office/drawing/2014/main" id="{47EF85EA-7292-71DA-27B2-10B9B4F64E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257143" cy="3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786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5</cp:revision>
  <dcterms:created xsi:type="dcterms:W3CDTF">2026-02-01T10:06:19Z</dcterms:created>
  <dcterms:modified xsi:type="dcterms:W3CDTF">2026-02-01T10:37:02Z</dcterms:modified>
</cp:coreProperties>
</file>