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EF02D67B-6E51-830F-688C-2901D332C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629400" cy="3879628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F9AC397D-4A59-B3F7-E9A7-5E36E3B51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31928"/>
            <a:ext cx="6096000" cy="3026072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CFA02BEB-D049-86D5-F8F6-FDF8DD352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51" y="0"/>
            <a:ext cx="3676650" cy="533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234346F0-C166-48FC-75BA-66379982E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87655" cy="4244568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E1F41F0-2214-AC96-6D7E-E9B640743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48" y="0"/>
            <a:ext cx="5886451" cy="424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3BF3B996-4E75-B010-6C69-66AA3574D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57143" cy="4123809"/>
          </a:xfrm>
          <a:prstGeom prst="rect">
            <a:avLst/>
          </a:prstGeom>
        </p:spPr>
      </p:pic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6985C713-8198-73F3-7137-22391B10C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200" y="4123809"/>
            <a:ext cx="3556800" cy="273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</cp:revision>
  <dcterms:created xsi:type="dcterms:W3CDTF">2026-02-01T10:06:19Z</dcterms:created>
  <dcterms:modified xsi:type="dcterms:W3CDTF">2026-02-01T10:36:24Z</dcterms:modified>
</cp:coreProperties>
</file>