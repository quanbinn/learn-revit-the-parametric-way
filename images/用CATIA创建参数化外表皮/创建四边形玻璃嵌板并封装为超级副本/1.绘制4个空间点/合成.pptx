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0074755D-E3CC-D20C-AB38-F29468939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5832" cy="6858000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8D24103-D52E-7E6F-6F49-254BB80A2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832" y="0"/>
            <a:ext cx="3580952" cy="2828571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B287E9CF-F526-076C-F722-4D45602D55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594" y="3890040"/>
            <a:ext cx="8057143" cy="2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71091577-3B38-7F7F-D430-8A6A850F90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98557" cy="4103649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6849D1E5-47D2-0740-8BD7-63AC0CF9A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557" y="0"/>
            <a:ext cx="3821854" cy="4103649"/>
          </a:xfrm>
          <a:prstGeom prst="rect">
            <a:avLst/>
          </a:prstGeom>
        </p:spPr>
      </p:pic>
      <p:pic>
        <p:nvPicPr>
          <p:cNvPr id="7" name="图片 6" descr="图片包含 游戏机&#10;&#10;AI 生成的内容可能不正确。">
            <a:extLst>
              <a:ext uri="{FF2B5EF4-FFF2-40B4-BE49-F238E27FC236}">
                <a16:creationId xmlns:a16="http://schemas.microsoft.com/office/drawing/2014/main" id="{9E13C559-EC72-AA9A-3AE7-1CA51CB341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679" y="0"/>
            <a:ext cx="3728321" cy="526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5</cp:revision>
  <dcterms:created xsi:type="dcterms:W3CDTF">2026-02-01T10:06:19Z</dcterms:created>
  <dcterms:modified xsi:type="dcterms:W3CDTF">2026-02-01T10:28:09Z</dcterms:modified>
</cp:coreProperties>
</file>