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4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4C832E44-E5B5-B21E-DEDF-C72019AEA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9241" cy="6858000"/>
          </a:xfrm>
          <a:prstGeom prst="rect">
            <a:avLst/>
          </a:prstGeom>
        </p:spPr>
      </p:pic>
      <p:pic>
        <p:nvPicPr>
          <p:cNvPr id="5" name="图片 4" descr="图片包含 形状&#10;&#10;AI 生成的内容可能不正确。">
            <a:extLst>
              <a:ext uri="{FF2B5EF4-FFF2-40B4-BE49-F238E27FC236}">
                <a16:creationId xmlns:a16="http://schemas.microsoft.com/office/drawing/2014/main" id="{7CB79B63-1858-4DAC-64F9-53EF87807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622" y="0"/>
            <a:ext cx="8213378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形状&#10;&#10;AI 生成的内容可能不正确。">
            <a:extLst>
              <a:ext uri="{FF2B5EF4-FFF2-40B4-BE49-F238E27FC236}">
                <a16:creationId xmlns:a16="http://schemas.microsoft.com/office/drawing/2014/main" id="{10AD64FB-8DA7-E89F-D2CD-4E22B0038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197841" cy="3337299"/>
          </a:xfrm>
          <a:prstGeom prst="rect">
            <a:avLst/>
          </a:prstGeom>
        </p:spPr>
      </p:pic>
      <p:pic>
        <p:nvPicPr>
          <p:cNvPr id="5" name="图片 4" descr="图片包含 形状&#10;&#10;AI 生成的内容可能不正确。">
            <a:extLst>
              <a:ext uri="{FF2B5EF4-FFF2-40B4-BE49-F238E27FC236}">
                <a16:creationId xmlns:a16="http://schemas.microsoft.com/office/drawing/2014/main" id="{3A3D74DB-6AC6-8FB2-B5EF-59AFE71FF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37299"/>
            <a:ext cx="5962650" cy="352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7</cp:revision>
  <dcterms:created xsi:type="dcterms:W3CDTF">2026-02-01T10:06:19Z</dcterms:created>
  <dcterms:modified xsi:type="dcterms:W3CDTF">2026-02-01T10:31:58Z</dcterms:modified>
</cp:coreProperties>
</file>